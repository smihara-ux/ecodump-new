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b468fc15d14367" /><Relationship Type="http://schemas.openxmlformats.org/officeDocument/2006/relationships/extended-properties" Target="/docProps/app.xml" Id="Rd9a857c903f04598" /><Relationship Type="http://schemas.openxmlformats.org/officeDocument/2006/relationships/officeDocument" Target="/ppt/presentation.xml" Id="Rc3298f48f467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0a45bb8eb64ed3"/>
  </p:sldMasterIdLst>
  <p:notesMasterIdLst>
    <p:notesMasterId xmlns:r="http://schemas.openxmlformats.org/officeDocument/2006/relationships" r:id="R9b9fbe3187b34983"/>
  </p:notesMasterIdLst>
  <p:sldIdLst>
    <p:sldId xmlns:r="http://schemas.openxmlformats.org/officeDocument/2006/relationships" id="256" r:id="Raa0ad280cbe240fc"/>
    <p:sldId xmlns:r="http://schemas.openxmlformats.org/officeDocument/2006/relationships" id="257" r:id="R8bc97c8fb90e4ac1"/>
    <p:sldId xmlns:r="http://schemas.openxmlformats.org/officeDocument/2006/relationships" id="258" r:id="R182bd380c992436a"/>
    <p:sldId xmlns:r="http://schemas.openxmlformats.org/officeDocument/2006/relationships" id="259" r:id="R6dc749b82a90496e"/>
    <p:sldId xmlns:r="http://schemas.openxmlformats.org/officeDocument/2006/relationships" id="260" r:id="Rb5985bf1e0144993"/>
    <p:sldId xmlns:r="http://schemas.openxmlformats.org/officeDocument/2006/relationships" id="261" r:id="R648ba92d29aa4f52"/>
    <p:sldId xmlns:r="http://schemas.openxmlformats.org/officeDocument/2006/relationships" id="262" r:id="R4955e90dcdde49df"/>
    <p:sldId xmlns:r="http://schemas.openxmlformats.org/officeDocument/2006/relationships" id="263" r:id="Rb63f818ad103486f"/>
    <p:sldId xmlns:r="http://schemas.openxmlformats.org/officeDocument/2006/relationships" id="264" r:id="R1400e7de8bd249b2"/>
    <p:sldId xmlns:r="http://schemas.openxmlformats.org/officeDocument/2006/relationships" id="265" r:id="R196b68fe35824862"/>
    <p:sldId xmlns:r="http://schemas.openxmlformats.org/officeDocument/2006/relationships" id="266" r:id="R45e3531992d94b8a"/>
    <p:sldId xmlns:r="http://schemas.openxmlformats.org/officeDocument/2006/relationships" id="267" r:id="Rab3dd98015c64296"/>
    <p:sldId xmlns:r="http://schemas.openxmlformats.org/officeDocument/2006/relationships" id="268" r:id="Rf8b30fc67d4c4c2d"/>
    <p:sldId xmlns:r="http://schemas.openxmlformats.org/officeDocument/2006/relationships" id="269" r:id="Rd2466275e12b4919"/>
    <p:sldId xmlns:r="http://schemas.openxmlformats.org/officeDocument/2006/relationships" id="270" r:id="Rbb6852cf2e624fd8"/>
    <p:sldId xmlns:r="http://schemas.openxmlformats.org/officeDocument/2006/relationships" id="271" r:id="Re6b8e21223b242ee"/>
    <p:sldId xmlns:r="http://schemas.openxmlformats.org/officeDocument/2006/relationships" id="272" r:id="R1783b1f80af94baa"/>
    <p:sldId xmlns:r="http://schemas.openxmlformats.org/officeDocument/2006/relationships" id="273" r:id="R046d9b70f73d47c7"/>
    <p:sldId xmlns:r="http://schemas.openxmlformats.org/officeDocument/2006/relationships" id="274" r:id="Rb19b9f7d5bf2497d"/>
    <p:sldId xmlns:r="http://schemas.openxmlformats.org/officeDocument/2006/relationships" id="275" r:id="R39c6ccdc63674185"/>
    <p:sldId xmlns:r="http://schemas.openxmlformats.org/officeDocument/2006/relationships" id="276" r:id="R8e5b73a77bbf4a49"/>
    <p:sldId xmlns:r="http://schemas.openxmlformats.org/officeDocument/2006/relationships" id="277" r:id="R3bb5817617b34ad0"/>
    <p:sldId xmlns:r="http://schemas.openxmlformats.org/officeDocument/2006/relationships" id="278" r:id="Rdb69e0305bd94b39"/>
    <p:sldId xmlns:r="http://schemas.openxmlformats.org/officeDocument/2006/relationships" id="279" r:id="Rd1045b3472df4997"/>
    <p:sldId xmlns:r="http://schemas.openxmlformats.org/officeDocument/2006/relationships" id="280" r:id="R74bbb98df70a4eee"/>
    <p:sldId xmlns:r="http://schemas.openxmlformats.org/officeDocument/2006/relationships" id="281" r:id="Rb1957a4acdcd4ae4"/>
    <p:sldId xmlns:r="http://schemas.openxmlformats.org/officeDocument/2006/relationships" id="282" r:id="R46f6f992fc51419a"/>
    <p:sldId xmlns:r="http://schemas.openxmlformats.org/officeDocument/2006/relationships" id="283" r:id="Rcf9bb580581540de"/>
    <p:sldId xmlns:r="http://schemas.openxmlformats.org/officeDocument/2006/relationships" id="284" r:id="R6763f9fca8a546dd"/>
    <p:sldId xmlns:r="http://schemas.openxmlformats.org/officeDocument/2006/relationships" id="285" r:id="Rc3a99b15934e460a"/>
    <p:sldId xmlns:r="http://schemas.openxmlformats.org/officeDocument/2006/relationships" id="286" r:id="R22556484ddc54cec"/>
    <p:sldId xmlns:r="http://schemas.openxmlformats.org/officeDocument/2006/relationships" id="287" r:id="R4a7ac0dcca354d31"/>
    <p:sldId xmlns:r="http://schemas.openxmlformats.org/officeDocument/2006/relationships" id="288" r:id="R523d8d5a44534d58"/>
    <p:sldId xmlns:r="http://schemas.openxmlformats.org/officeDocument/2006/relationships" id="289" r:id="R46c19220424544f0"/>
    <p:sldId xmlns:r="http://schemas.openxmlformats.org/officeDocument/2006/relationships" id="290" r:id="Rcf7e656f88f44526"/>
    <p:sldId xmlns:r="http://schemas.openxmlformats.org/officeDocument/2006/relationships" id="291" r:id="R2035f7874ce1435c"/>
    <p:sldId xmlns:r="http://schemas.openxmlformats.org/officeDocument/2006/relationships" id="292" r:id="R682900bd78644304"/>
    <p:sldId xmlns:r="http://schemas.openxmlformats.org/officeDocument/2006/relationships" id="293" r:id="Rd448558788c34b8b"/>
    <p:sldId xmlns:r="http://schemas.openxmlformats.org/officeDocument/2006/relationships" id="294" r:id="R8f16a7eb5ba34024"/>
    <p:sldId xmlns:r="http://schemas.openxmlformats.org/officeDocument/2006/relationships" id="295" r:id="R68a6a07324934d24"/>
    <p:sldId xmlns:r="http://schemas.openxmlformats.org/officeDocument/2006/relationships" id="296" r:id="R0e8aa8e1397a4345"/>
    <p:sldId xmlns:r="http://schemas.openxmlformats.org/officeDocument/2006/relationships" id="297" r:id="R2c755ce09fdd4262"/>
    <p:sldId xmlns:r="http://schemas.openxmlformats.org/officeDocument/2006/relationships" id="298" r:id="R8296188542464898"/>
    <p:sldId xmlns:r="http://schemas.openxmlformats.org/officeDocument/2006/relationships" id="299" r:id="R0f64e7452a884baa"/>
    <p:sldId xmlns:r="http://schemas.openxmlformats.org/officeDocument/2006/relationships" id="300" r:id="R933c2636013b49c0"/>
    <p:sldId xmlns:r="http://schemas.openxmlformats.org/officeDocument/2006/relationships" id="301" r:id="Rd75ff174dadc4068"/>
    <p:sldId xmlns:r="http://schemas.openxmlformats.org/officeDocument/2006/relationships" id="302" r:id="Rb6cba70b13604ada"/>
    <p:sldId xmlns:r="http://schemas.openxmlformats.org/officeDocument/2006/relationships" id="303" r:id="R8c654dda4b124ea3"/>
    <p:sldId xmlns:r="http://schemas.openxmlformats.org/officeDocument/2006/relationships" id="304" r:id="Rea16bfce87c24369"/>
    <p:sldId xmlns:r="http://schemas.openxmlformats.org/officeDocument/2006/relationships" id="305" r:id="Re9823cf1642d47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b238bb63a3406e" /><Relationship Type="http://schemas.openxmlformats.org/officeDocument/2006/relationships/slideMaster" Target="/ppt/slideMasters/slideMaster1.xml" Id="Re50a45bb8eb64ed3" /><Relationship Type="http://schemas.openxmlformats.org/officeDocument/2006/relationships/notesMaster" Target="/ppt/notesMasters/notesMaster1.xml" Id="R9b9fbe3187b34983" /><Relationship Type="http://schemas.openxmlformats.org/officeDocument/2006/relationships/presProps" Target="/ppt/presProps.xml" Id="R8b7af9d5c67e4340" /><Relationship Type="http://schemas.openxmlformats.org/officeDocument/2006/relationships/viewProps" Target="/ppt/viewProps.xml" Id="Rc9ed81fb9d58464e" /><Relationship Type="http://schemas.openxmlformats.org/officeDocument/2006/relationships/tableStyles" Target="/ppt/tableStyles.xml" Id="Rf8114e83e3fd4b73" /><Relationship Type="http://schemas.openxmlformats.org/officeDocument/2006/relationships/slide" Target="/ppt/slides/slide1.xml" Id="Raa0ad280cbe240fc" /><Relationship Type="http://schemas.openxmlformats.org/officeDocument/2006/relationships/slide" Target="/ppt/slides/slide2.xml" Id="R8bc97c8fb90e4ac1" /><Relationship Type="http://schemas.openxmlformats.org/officeDocument/2006/relationships/slide" Target="/ppt/slides/slide3.xml" Id="R182bd380c992436a" /><Relationship Type="http://schemas.openxmlformats.org/officeDocument/2006/relationships/slide" Target="/ppt/slides/slide4.xml" Id="R6dc749b82a90496e" /><Relationship Type="http://schemas.openxmlformats.org/officeDocument/2006/relationships/slide" Target="/ppt/slides/slide5.xml" Id="Rb5985bf1e0144993" /><Relationship Type="http://schemas.openxmlformats.org/officeDocument/2006/relationships/slide" Target="/ppt/slides/slide6.xml" Id="R648ba92d29aa4f52" /><Relationship Type="http://schemas.openxmlformats.org/officeDocument/2006/relationships/slide" Target="/ppt/slides/slide7.xml" Id="R4955e90dcdde49df" /><Relationship Type="http://schemas.openxmlformats.org/officeDocument/2006/relationships/slide" Target="/ppt/slides/slide8.xml" Id="Rb63f818ad103486f" /><Relationship Type="http://schemas.openxmlformats.org/officeDocument/2006/relationships/slide" Target="/ppt/slides/slide9.xml" Id="R1400e7de8bd249b2" /><Relationship Type="http://schemas.openxmlformats.org/officeDocument/2006/relationships/slide" Target="/ppt/slides/slide10.xml" Id="R196b68fe35824862" /><Relationship Type="http://schemas.openxmlformats.org/officeDocument/2006/relationships/slide" Target="/ppt/slides/slide11.xml" Id="R45e3531992d94b8a" /><Relationship Type="http://schemas.openxmlformats.org/officeDocument/2006/relationships/slide" Target="/ppt/slides/slide12.xml" Id="Rab3dd98015c64296" /><Relationship Type="http://schemas.openxmlformats.org/officeDocument/2006/relationships/slide" Target="/ppt/slides/slide13.xml" Id="Rf8b30fc67d4c4c2d" /><Relationship Type="http://schemas.openxmlformats.org/officeDocument/2006/relationships/slide" Target="/ppt/slides/slide14.xml" Id="Rd2466275e12b4919" /><Relationship Type="http://schemas.openxmlformats.org/officeDocument/2006/relationships/slide" Target="/ppt/slides/slide15.xml" Id="Rbb6852cf2e624fd8" /><Relationship Type="http://schemas.openxmlformats.org/officeDocument/2006/relationships/slide" Target="/ppt/slides/slide16.xml" Id="Re6b8e21223b242ee" /><Relationship Type="http://schemas.openxmlformats.org/officeDocument/2006/relationships/slide" Target="/ppt/slides/slide17.xml" Id="R1783b1f80af94baa" /><Relationship Type="http://schemas.openxmlformats.org/officeDocument/2006/relationships/slide" Target="/ppt/slides/slide18.xml" Id="R046d9b70f73d47c7" /><Relationship Type="http://schemas.openxmlformats.org/officeDocument/2006/relationships/slide" Target="/ppt/slides/slide19.xml" Id="Rb19b9f7d5bf2497d" /><Relationship Type="http://schemas.openxmlformats.org/officeDocument/2006/relationships/slide" Target="/ppt/slides/slide20.xml" Id="R39c6ccdc63674185" /><Relationship Type="http://schemas.openxmlformats.org/officeDocument/2006/relationships/slide" Target="/ppt/slides/slide21.xml" Id="R8e5b73a77bbf4a49" /><Relationship Type="http://schemas.openxmlformats.org/officeDocument/2006/relationships/slide" Target="/ppt/slides/slide22.xml" Id="R3bb5817617b34ad0" /><Relationship Type="http://schemas.openxmlformats.org/officeDocument/2006/relationships/slide" Target="/ppt/slides/slide23.xml" Id="Rdb69e0305bd94b39" /><Relationship Type="http://schemas.openxmlformats.org/officeDocument/2006/relationships/slide" Target="/ppt/slides/slide24.xml" Id="Rd1045b3472df4997" /><Relationship Type="http://schemas.openxmlformats.org/officeDocument/2006/relationships/slide" Target="/ppt/slides/slide25.xml" Id="R74bbb98df70a4eee" /><Relationship Type="http://schemas.openxmlformats.org/officeDocument/2006/relationships/slide" Target="/ppt/slides/slide26.xml" Id="Rb1957a4acdcd4ae4" /><Relationship Type="http://schemas.openxmlformats.org/officeDocument/2006/relationships/slide" Target="/ppt/slides/slide27.xml" Id="R46f6f992fc51419a" /><Relationship Type="http://schemas.openxmlformats.org/officeDocument/2006/relationships/slide" Target="/ppt/slides/slide28.xml" Id="Rcf9bb580581540de" /><Relationship Type="http://schemas.openxmlformats.org/officeDocument/2006/relationships/slide" Target="/ppt/slides/slide29.xml" Id="R6763f9fca8a546dd" /><Relationship Type="http://schemas.openxmlformats.org/officeDocument/2006/relationships/slide" Target="/ppt/slides/slide30.xml" Id="Rc3a99b15934e460a" /><Relationship Type="http://schemas.openxmlformats.org/officeDocument/2006/relationships/slide" Target="/ppt/slides/slide31.xml" Id="R22556484ddc54cec" /><Relationship Type="http://schemas.openxmlformats.org/officeDocument/2006/relationships/slide" Target="/ppt/slides/slide32.xml" Id="R4a7ac0dcca354d31" /><Relationship Type="http://schemas.openxmlformats.org/officeDocument/2006/relationships/slide" Target="/ppt/slides/slide33.xml" Id="R523d8d5a44534d58" /><Relationship Type="http://schemas.openxmlformats.org/officeDocument/2006/relationships/slide" Target="/ppt/slides/slide34.xml" Id="R46c19220424544f0" /><Relationship Type="http://schemas.openxmlformats.org/officeDocument/2006/relationships/slide" Target="/ppt/slides/slide35.xml" Id="Rcf7e656f88f44526" /><Relationship Type="http://schemas.openxmlformats.org/officeDocument/2006/relationships/slide" Target="/ppt/slides/slide36.xml" Id="R2035f7874ce1435c" /><Relationship Type="http://schemas.openxmlformats.org/officeDocument/2006/relationships/slide" Target="/ppt/slides/slide37.xml" Id="R682900bd78644304" /><Relationship Type="http://schemas.openxmlformats.org/officeDocument/2006/relationships/slide" Target="/ppt/slides/slide38.xml" Id="Rd448558788c34b8b" /><Relationship Type="http://schemas.openxmlformats.org/officeDocument/2006/relationships/slide" Target="/ppt/slides/slide39.xml" Id="R8f16a7eb5ba34024" /><Relationship Type="http://schemas.openxmlformats.org/officeDocument/2006/relationships/slide" Target="/ppt/slides/slide40.xml" Id="R68a6a07324934d24" /><Relationship Type="http://schemas.openxmlformats.org/officeDocument/2006/relationships/slide" Target="/ppt/slides/slide41.xml" Id="R0e8aa8e1397a4345" /><Relationship Type="http://schemas.openxmlformats.org/officeDocument/2006/relationships/slide" Target="/ppt/slides/slide42.xml" Id="R2c755ce09fdd4262" /><Relationship Type="http://schemas.openxmlformats.org/officeDocument/2006/relationships/slide" Target="/ppt/slides/slide43.xml" Id="R8296188542464898" /><Relationship Type="http://schemas.openxmlformats.org/officeDocument/2006/relationships/slide" Target="/ppt/slides/slide44.xml" Id="R0f64e7452a884baa" /><Relationship Type="http://schemas.openxmlformats.org/officeDocument/2006/relationships/slide" Target="/ppt/slides/slide45.xml" Id="R933c2636013b49c0" /><Relationship Type="http://schemas.openxmlformats.org/officeDocument/2006/relationships/slide" Target="/ppt/slides/slide46.xml" Id="Rd75ff174dadc4068" /><Relationship Type="http://schemas.openxmlformats.org/officeDocument/2006/relationships/slide" Target="/ppt/slides/slide47.xml" Id="Rb6cba70b13604ada" /><Relationship Type="http://schemas.openxmlformats.org/officeDocument/2006/relationships/slide" Target="/ppt/slides/slide48.xml" Id="R8c654dda4b124ea3" /><Relationship Type="http://schemas.openxmlformats.org/officeDocument/2006/relationships/slide" Target="/ppt/slides/slide49.xml" Id="Rea16bfce87c24369" /><Relationship Type="http://schemas.openxmlformats.org/officeDocument/2006/relationships/slide" Target="/ppt/slides/slide50.xml" Id="Re9823cf1642d47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707de8e10f42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b46e6be284abe" /><Relationship Type="http://schemas.openxmlformats.org/officeDocument/2006/relationships/notesMaster" Target="/ppt/notesMasters/notesMaster1.xml" Id="Rcf6de1a806f64c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c3a3727f16408e" /><Relationship Type="http://schemas.openxmlformats.org/officeDocument/2006/relationships/notesMaster" Target="/ppt/notesMasters/notesMaster1.xml" Id="Rdb948542817d46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df4e32b8f41a9" /><Relationship Type="http://schemas.openxmlformats.org/officeDocument/2006/relationships/notesMaster" Target="/ppt/notesMasters/notesMaster1.xml" Id="R08d99a7e35bf4a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ab9b1c1cd144da" /><Relationship Type="http://schemas.openxmlformats.org/officeDocument/2006/relationships/notesMaster" Target="/ppt/notesMasters/notesMaster1.xml" Id="R4a3b482b14564e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2178f107d34095" /><Relationship Type="http://schemas.openxmlformats.org/officeDocument/2006/relationships/notesMaster" Target="/ppt/notesMasters/notesMaster1.xml" Id="Rc155d013e18249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1a10bbca4c442b" /><Relationship Type="http://schemas.openxmlformats.org/officeDocument/2006/relationships/notesMaster" Target="/ppt/notesMasters/notesMaster1.xml" Id="Rb48b7ca50c7541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32ccde4c12403e" /><Relationship Type="http://schemas.openxmlformats.org/officeDocument/2006/relationships/notesMaster" Target="/ppt/notesMasters/notesMaster1.xml" Id="Rcfb480f8e45648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97265fef754c4e" /><Relationship Type="http://schemas.openxmlformats.org/officeDocument/2006/relationships/notesMaster" Target="/ppt/notesMasters/notesMaster1.xml" Id="R43036c0fce5140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9e521367324233" /><Relationship Type="http://schemas.openxmlformats.org/officeDocument/2006/relationships/notesMaster" Target="/ppt/notesMasters/notesMaster1.xml" Id="Ref5f6c6401c643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48cd3650254782" /><Relationship Type="http://schemas.openxmlformats.org/officeDocument/2006/relationships/notesMaster" Target="/ppt/notesMasters/notesMaster1.xml" Id="R61b35126adb745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036bed124c40d5" /><Relationship Type="http://schemas.openxmlformats.org/officeDocument/2006/relationships/notesMaster" Target="/ppt/notesMasters/notesMaster1.xml" Id="R0184e0faaa3149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293318c03f48e1" /><Relationship Type="http://schemas.openxmlformats.org/officeDocument/2006/relationships/notesMaster" Target="/ppt/notesMasters/notesMaster1.xml" Id="Re60167bfa50e4f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ff434ce8df494d" /><Relationship Type="http://schemas.openxmlformats.org/officeDocument/2006/relationships/notesMaster" Target="/ppt/notesMasters/notesMaster1.xml" Id="R2bb19da6867347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3fdc88ed9b43ce" /><Relationship Type="http://schemas.openxmlformats.org/officeDocument/2006/relationships/notesMaster" Target="/ppt/notesMasters/notesMaster1.xml" Id="Rad83f071c26341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60111b1e6a4a9f" /><Relationship Type="http://schemas.openxmlformats.org/officeDocument/2006/relationships/notesMaster" Target="/ppt/notesMasters/notesMaster1.xml" Id="Rade909eddfd742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3d26f8347e459a" /><Relationship Type="http://schemas.openxmlformats.org/officeDocument/2006/relationships/notesMaster" Target="/ppt/notesMasters/notesMaster1.xml" Id="R25fec989ef8343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bc90b7d5dc4e70" /><Relationship Type="http://schemas.openxmlformats.org/officeDocument/2006/relationships/notesMaster" Target="/ppt/notesMasters/notesMaster1.xml" Id="Rd4081176502749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5003af838941a0" /><Relationship Type="http://schemas.openxmlformats.org/officeDocument/2006/relationships/notesMaster" Target="/ppt/notesMasters/notesMaster1.xml" Id="R5b281501e90844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1749cbcdf747c7" /><Relationship Type="http://schemas.openxmlformats.org/officeDocument/2006/relationships/notesMaster" Target="/ppt/notesMasters/notesMaster1.xml" Id="R90b83a5c97594c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6a9be2ffa348ee" /><Relationship Type="http://schemas.openxmlformats.org/officeDocument/2006/relationships/notesMaster" Target="/ppt/notesMasters/notesMaster1.xml" Id="R4cbd17eb94b946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b18954dea494b48" /><Relationship Type="http://schemas.openxmlformats.org/officeDocument/2006/relationships/notesMaster" Target="/ppt/notesMasters/notesMaster1.xml" Id="Ra6c5f53dc2054c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f5260b83564922" /><Relationship Type="http://schemas.openxmlformats.org/officeDocument/2006/relationships/notesMaster" Target="/ppt/notesMasters/notesMaster1.xml" Id="Rc38f24c27d4c4a2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3d48ecdc7f84e9e" /><Relationship Type="http://schemas.openxmlformats.org/officeDocument/2006/relationships/notesMaster" Target="/ppt/notesMasters/notesMaster1.xml" Id="R7cbef7e9bc2a4a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247ccb0c794f22" /><Relationship Type="http://schemas.openxmlformats.org/officeDocument/2006/relationships/notesMaster" Target="/ppt/notesMasters/notesMaster1.xml" Id="Rd81a2234bbb14f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e21d711a7843fe" /><Relationship Type="http://schemas.openxmlformats.org/officeDocument/2006/relationships/notesMaster" Target="/ppt/notesMasters/notesMaster1.xml" Id="R2be38737872744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628f1503664ac4" /><Relationship Type="http://schemas.openxmlformats.org/officeDocument/2006/relationships/notesMaster" Target="/ppt/notesMasters/notesMaster1.xml" Id="Rd3d219813b4146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17d3409fe8e4261" /><Relationship Type="http://schemas.openxmlformats.org/officeDocument/2006/relationships/notesMaster" Target="/ppt/notesMasters/notesMaster1.xml" Id="Rc6e4c341071d43b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e54826e038410c" /><Relationship Type="http://schemas.openxmlformats.org/officeDocument/2006/relationships/notesMaster" Target="/ppt/notesMasters/notesMaster1.xml" Id="R63fbcb0c8644464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8f198534b3480b" /><Relationship Type="http://schemas.openxmlformats.org/officeDocument/2006/relationships/notesMaster" Target="/ppt/notesMasters/notesMaster1.xml" Id="R1f2838161c244ad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746d441da7942be" /><Relationship Type="http://schemas.openxmlformats.org/officeDocument/2006/relationships/notesMaster" Target="/ppt/notesMasters/notesMaster1.xml" Id="R38200280b1f649c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0d7b7b4071944e0" /><Relationship Type="http://schemas.openxmlformats.org/officeDocument/2006/relationships/notesMaster" Target="/ppt/notesMasters/notesMaster1.xml" Id="R684569a93f334fb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707e7ed920c4288" /><Relationship Type="http://schemas.openxmlformats.org/officeDocument/2006/relationships/notesMaster" Target="/ppt/notesMasters/notesMaster1.xml" Id="R917c997f432e470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6f8dbd27a34b3f" /><Relationship Type="http://schemas.openxmlformats.org/officeDocument/2006/relationships/notesMaster" Target="/ppt/notesMasters/notesMaster1.xml" Id="R82a2a97bf5354c8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44a58e5ad174404" /><Relationship Type="http://schemas.openxmlformats.org/officeDocument/2006/relationships/notesMaster" Target="/ppt/notesMasters/notesMaster1.xml" Id="R148e2b5a56c44bd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9c134ed82c54eb9" /><Relationship Type="http://schemas.openxmlformats.org/officeDocument/2006/relationships/notesMaster" Target="/ppt/notesMasters/notesMaster1.xml" Id="R3f10ed8c47e046f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4a65573fa4c4eaa" /><Relationship Type="http://schemas.openxmlformats.org/officeDocument/2006/relationships/notesMaster" Target="/ppt/notesMasters/notesMaster1.xml" Id="Rb6cb4b6f60324c6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0e577d2956d4052" /><Relationship Type="http://schemas.openxmlformats.org/officeDocument/2006/relationships/notesMaster" Target="/ppt/notesMasters/notesMaster1.xml" Id="R88914e023fd94d5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a47225a9bcc4aec" /><Relationship Type="http://schemas.openxmlformats.org/officeDocument/2006/relationships/notesMaster" Target="/ppt/notesMasters/notesMaster1.xml" Id="Rd3d85f6e10ef455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e992ac126654a8c" /><Relationship Type="http://schemas.openxmlformats.org/officeDocument/2006/relationships/notesMaster" Target="/ppt/notesMasters/notesMaster1.xml" Id="R58babe9955034c3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093c8881a454796" /><Relationship Type="http://schemas.openxmlformats.org/officeDocument/2006/relationships/notesMaster" Target="/ppt/notesMasters/notesMaster1.xml" Id="Rc0d52390df61469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a5e87781ecc484c" /><Relationship Type="http://schemas.openxmlformats.org/officeDocument/2006/relationships/notesMaster" Target="/ppt/notesMasters/notesMaster1.xml" Id="R3fb0a3171386475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d241b3ffdcf4497" /><Relationship Type="http://schemas.openxmlformats.org/officeDocument/2006/relationships/notesMaster" Target="/ppt/notesMasters/notesMaster1.xml" Id="R1ef29589ba25477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9e65ff640c14505" /><Relationship Type="http://schemas.openxmlformats.org/officeDocument/2006/relationships/notesMaster" Target="/ppt/notesMasters/notesMaster1.xml" Id="Rc841979773c145f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b48586923484b3b" /><Relationship Type="http://schemas.openxmlformats.org/officeDocument/2006/relationships/notesMaster" Target="/ppt/notesMasters/notesMaster1.xml" Id="Rc93ba4dafd484d9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0e4e2b658054418" /><Relationship Type="http://schemas.openxmlformats.org/officeDocument/2006/relationships/notesMaster" Target="/ppt/notesMasters/notesMaster1.xml" Id="Rd7478478bae5403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eba4e2226f5436b" /><Relationship Type="http://schemas.openxmlformats.org/officeDocument/2006/relationships/notesMaster" Target="/ppt/notesMasters/notesMaster1.xml" Id="Rd59bcc80f865424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88badf4bd2a4802" /><Relationship Type="http://schemas.openxmlformats.org/officeDocument/2006/relationships/notesMaster" Target="/ppt/notesMasters/notesMaster1.xml" Id="Rc725b47d07f242c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2e0650a67c3488b" /><Relationship Type="http://schemas.openxmlformats.org/officeDocument/2006/relationships/notesMaster" Target="/ppt/notesMasters/notesMaster1.xml" Id="R7d2877d531ce4c4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ebfa3cdab6649c1" /><Relationship Type="http://schemas.openxmlformats.org/officeDocument/2006/relationships/notesMaster" Target="/ppt/notesMasters/notesMaster1.xml" Id="Re141693f8ffe42e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869c2b0ab124e59" /><Relationship Type="http://schemas.openxmlformats.org/officeDocument/2006/relationships/notesMaster" Target="/ppt/notesMasters/notesMaster1.xml" Id="R1847888c517e4b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e0a8af8fa4b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3bb245907f4fc7" /><Relationship Type="http://schemas.openxmlformats.org/officeDocument/2006/relationships/slideLayout" Target="/ppt/slideLayouts/slideLayout1.xml" Id="R7de4236895e141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e4236895e141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28cde87f8490b" /><Relationship Type="http://schemas.openxmlformats.org/officeDocument/2006/relationships/image" Target="/ppt/media/image.png" Id="R61273ae7991d43ac" /><Relationship Type="http://schemas.openxmlformats.org/officeDocument/2006/relationships/notesSlide" Target="/ppt/notesSlides/notesSlide1.xml" Id="Rdea97869949e41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e9a047ae5457e" /><Relationship Type="http://schemas.openxmlformats.org/officeDocument/2006/relationships/notesSlide" Target="/ppt/notesSlides/notesSlide2.xml" Id="R812c27b2813445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15dea59954c13" /><Relationship Type="http://schemas.openxmlformats.org/officeDocument/2006/relationships/notesSlide" Target="/ppt/notesSlides/notesSlide3.xml" Id="Rb7c8fd157c0845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0f7c9989340f3" /><Relationship Type="http://schemas.openxmlformats.org/officeDocument/2006/relationships/image" Target="/ppt/media/image.png" Id="R57b56213ea0445a6" /><Relationship Type="http://schemas.openxmlformats.org/officeDocument/2006/relationships/notesSlide" Target="/ppt/notesSlides/notesSlide4.xml" Id="R57c412fd97e347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c253ade4c4977" /><Relationship Type="http://schemas.openxmlformats.org/officeDocument/2006/relationships/image" Target="/ppt/media/image2.png" Id="R39d459cb61ca4524" /><Relationship Type="http://schemas.openxmlformats.org/officeDocument/2006/relationships/notesSlide" Target="/ppt/notesSlides/notesSlide5.xml" Id="R6a8c9d3ee8744c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a3b63bf244115" /><Relationship Type="http://schemas.openxmlformats.org/officeDocument/2006/relationships/image" Target="/ppt/media/image3.png" Id="Ra1a2d2855f7f4f7b" /><Relationship Type="http://schemas.openxmlformats.org/officeDocument/2006/relationships/notesSlide" Target="/ppt/notesSlides/notesSlide6.xml" Id="R604e82b603df41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f6230df324b9e" /><Relationship Type="http://schemas.openxmlformats.org/officeDocument/2006/relationships/image" Target="/ppt/media/image4.png" Id="R6b9af4b5375341e1" /><Relationship Type="http://schemas.openxmlformats.org/officeDocument/2006/relationships/notesSlide" Target="/ppt/notesSlides/notesSlide7.xml" Id="Rdad84bf0674e4e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8e42006744e52" /><Relationship Type="http://schemas.openxmlformats.org/officeDocument/2006/relationships/image" Target="/ppt/media/image5.png" Id="R6a1d7300ac4a4cb5" /><Relationship Type="http://schemas.openxmlformats.org/officeDocument/2006/relationships/notesSlide" Target="/ppt/notesSlides/notesSlide8.xml" Id="R6bb18292ebe941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925be1ded4dfb" /><Relationship Type="http://schemas.openxmlformats.org/officeDocument/2006/relationships/image" Target="/ppt/media/image6.png" Id="R40c574d0a968443c" /><Relationship Type="http://schemas.openxmlformats.org/officeDocument/2006/relationships/notesSlide" Target="/ppt/notesSlides/notesSlide9.xml" Id="R0ec00b89196b4c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d724d7c52494d" /><Relationship Type="http://schemas.openxmlformats.org/officeDocument/2006/relationships/image" Target="/ppt/media/image7.png" Id="R6be35fd13374485e" /><Relationship Type="http://schemas.openxmlformats.org/officeDocument/2006/relationships/notesSlide" Target="/ppt/notesSlides/notesSlide10.xml" Id="R0b5e8dab8cf244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713e7c3f34995" /><Relationship Type="http://schemas.openxmlformats.org/officeDocument/2006/relationships/image" Target="/ppt/media/image8.png" Id="Rab5ac80f2cbd45a5" /><Relationship Type="http://schemas.openxmlformats.org/officeDocument/2006/relationships/notesSlide" Target="/ppt/notesSlides/notesSlide11.xml" Id="R5e8c99ed7b9e44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00c83f0b24cfd" /><Relationship Type="http://schemas.openxmlformats.org/officeDocument/2006/relationships/image" Target="/ppt/media/image9.png" Id="R4b3dc935949342f2" /><Relationship Type="http://schemas.openxmlformats.org/officeDocument/2006/relationships/notesSlide" Target="/ppt/notesSlides/notesSlide12.xml" Id="R6c91f60bfbf54d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296ce48ab450f" /><Relationship Type="http://schemas.openxmlformats.org/officeDocument/2006/relationships/notesSlide" Target="/ppt/notesSlides/notesSlide13.xml" Id="Rda493475896c48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befda83dc4203" /><Relationship Type="http://schemas.openxmlformats.org/officeDocument/2006/relationships/image" Target="/ppt/media/image10.png" Id="Rec41ce39ac0b42bd" /><Relationship Type="http://schemas.openxmlformats.org/officeDocument/2006/relationships/notesSlide" Target="/ppt/notesSlides/notesSlide14.xml" Id="R42da7189e48a42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43577315b4f49" /><Relationship Type="http://schemas.openxmlformats.org/officeDocument/2006/relationships/image" Target="/ppt/media/image11.png" Id="R4613ae686d9a409e" /><Relationship Type="http://schemas.openxmlformats.org/officeDocument/2006/relationships/notesSlide" Target="/ppt/notesSlides/notesSlide15.xml" Id="R5e9e6d3d0e4d40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99ea73f1d4a7a" /><Relationship Type="http://schemas.openxmlformats.org/officeDocument/2006/relationships/image" Target="/ppt/media/image12.png" Id="R9d35f72381094f83" /><Relationship Type="http://schemas.openxmlformats.org/officeDocument/2006/relationships/notesSlide" Target="/ppt/notesSlides/notesSlide16.xml" Id="Ra84a0498b6cb48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98730e29a4df5" /><Relationship Type="http://schemas.openxmlformats.org/officeDocument/2006/relationships/image" Target="/ppt/media/image13.png" Id="R5ae3c790ea9e47c5" /><Relationship Type="http://schemas.openxmlformats.org/officeDocument/2006/relationships/notesSlide" Target="/ppt/notesSlides/notesSlide17.xml" Id="Rd10a74329fe64e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d98d3a123404b" /><Relationship Type="http://schemas.openxmlformats.org/officeDocument/2006/relationships/notesSlide" Target="/ppt/notesSlides/notesSlide18.xml" Id="R39859f0e419440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f859adaa54722" /><Relationship Type="http://schemas.openxmlformats.org/officeDocument/2006/relationships/image" Target="/ppt/media/image14.png" Id="R23f083db6aa54e04" /><Relationship Type="http://schemas.openxmlformats.org/officeDocument/2006/relationships/notesSlide" Target="/ppt/notesSlides/notesSlide19.xml" Id="R71e6deb273a44f3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a052fe20547e5" /><Relationship Type="http://schemas.openxmlformats.org/officeDocument/2006/relationships/image" Target="/ppt/media/image15.png" Id="R837aa8953a104739" /><Relationship Type="http://schemas.openxmlformats.org/officeDocument/2006/relationships/notesSlide" Target="/ppt/notesSlides/notesSlide20.xml" Id="Rdfc7e52d242046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e4e33c1914441" /><Relationship Type="http://schemas.openxmlformats.org/officeDocument/2006/relationships/image" Target="/ppt/media/image16.png" Id="R7e735ec653394d08" /><Relationship Type="http://schemas.openxmlformats.org/officeDocument/2006/relationships/notesSlide" Target="/ppt/notesSlides/notesSlide21.xml" Id="R8989fa2c8a4a40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d0b8480aa4165" /><Relationship Type="http://schemas.openxmlformats.org/officeDocument/2006/relationships/image" Target="/ppt/media/image17.png" Id="Rf6cd0a0b96e94c47" /><Relationship Type="http://schemas.openxmlformats.org/officeDocument/2006/relationships/notesSlide" Target="/ppt/notesSlides/notesSlide22.xml" Id="Re2175c47f07846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f61b71f654f16" /><Relationship Type="http://schemas.openxmlformats.org/officeDocument/2006/relationships/image" Target="/ppt/media/image18.png" Id="Rad00d619d7dd4e93" /><Relationship Type="http://schemas.openxmlformats.org/officeDocument/2006/relationships/notesSlide" Target="/ppt/notesSlides/notesSlide23.xml" Id="Rcd373302694943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849b0f9194e1e" /><Relationship Type="http://schemas.openxmlformats.org/officeDocument/2006/relationships/image" Target="/ppt/media/image19.png" Id="R6cf6d8ac3b2740da" /><Relationship Type="http://schemas.openxmlformats.org/officeDocument/2006/relationships/notesSlide" Target="/ppt/notesSlides/notesSlide24.xml" Id="Re17c97afd6424be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c062ab166445a" /><Relationship Type="http://schemas.openxmlformats.org/officeDocument/2006/relationships/image" Target="/ppt/media/image20.png" Id="R6b1a4ae1af3a42b0" /><Relationship Type="http://schemas.openxmlformats.org/officeDocument/2006/relationships/notesSlide" Target="/ppt/notesSlides/notesSlide25.xml" Id="Rbcbf3814119747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ef2c299914c4e" /><Relationship Type="http://schemas.openxmlformats.org/officeDocument/2006/relationships/image" Target="/ppt/media/image21.png" Id="R6212cd497f174331" /><Relationship Type="http://schemas.openxmlformats.org/officeDocument/2006/relationships/notesSlide" Target="/ppt/notesSlides/notesSlide26.xml" Id="Re1fbea3ad85e4d6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825fd53494b06" /><Relationship Type="http://schemas.openxmlformats.org/officeDocument/2006/relationships/image" Target="/ppt/media/image22.png" Id="R315468a279b742b5" /><Relationship Type="http://schemas.openxmlformats.org/officeDocument/2006/relationships/notesSlide" Target="/ppt/notesSlides/notesSlide27.xml" Id="R22990b9d6bb94e3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a65fb9bbd40fb" /><Relationship Type="http://schemas.openxmlformats.org/officeDocument/2006/relationships/image" Target="/ppt/media/image23.png" Id="R6024a8acce8a4278" /><Relationship Type="http://schemas.openxmlformats.org/officeDocument/2006/relationships/notesSlide" Target="/ppt/notesSlides/notesSlide28.xml" Id="R973e929c36014a4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43d9e286f455d" /><Relationship Type="http://schemas.openxmlformats.org/officeDocument/2006/relationships/image" Target="/ppt/media/image24.png" Id="R5a39cc232ead46c4" /><Relationship Type="http://schemas.openxmlformats.org/officeDocument/2006/relationships/notesSlide" Target="/ppt/notesSlides/notesSlide29.xml" Id="R21ef2382eace4ff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3e055c4c546d6" /><Relationship Type="http://schemas.openxmlformats.org/officeDocument/2006/relationships/notesSlide" Target="/ppt/notesSlides/notesSlide30.xml" Id="R10980b331baa497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75586a3f442a3" /><Relationship Type="http://schemas.openxmlformats.org/officeDocument/2006/relationships/image" Target="/ppt/media/image25.png" Id="R7ce46df7606f486a" /><Relationship Type="http://schemas.openxmlformats.org/officeDocument/2006/relationships/notesSlide" Target="/ppt/notesSlides/notesSlide31.xml" Id="Ra7cfa05319cf49e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7c6c58a3b474f" /><Relationship Type="http://schemas.openxmlformats.org/officeDocument/2006/relationships/image" Target="/ppt/media/image26.png" Id="R0ef01fcd90fc4cad" /><Relationship Type="http://schemas.openxmlformats.org/officeDocument/2006/relationships/notesSlide" Target="/ppt/notesSlides/notesSlide32.xml" Id="Ra9eb7ae31378417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1242bf3914cc3" /><Relationship Type="http://schemas.openxmlformats.org/officeDocument/2006/relationships/image" Target="/ppt/media/image27.png" Id="R89b00ef6a7414884" /><Relationship Type="http://schemas.openxmlformats.org/officeDocument/2006/relationships/notesSlide" Target="/ppt/notesSlides/notesSlide33.xml" Id="R3291ddb251874b9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e8478fa944e58" /><Relationship Type="http://schemas.openxmlformats.org/officeDocument/2006/relationships/image" Target="/ppt/media/image28.png" Id="Ra966e17f36cf4396" /><Relationship Type="http://schemas.openxmlformats.org/officeDocument/2006/relationships/notesSlide" Target="/ppt/notesSlides/notesSlide34.xml" Id="Rfea64764a89b4ee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83471f41743ff" /><Relationship Type="http://schemas.openxmlformats.org/officeDocument/2006/relationships/image" Target="/ppt/media/image29.png" Id="Re3ef2a53ea5447db" /><Relationship Type="http://schemas.openxmlformats.org/officeDocument/2006/relationships/notesSlide" Target="/ppt/notesSlides/notesSlide35.xml" Id="Re946c00c8eef428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5f1ab404a4063" /><Relationship Type="http://schemas.openxmlformats.org/officeDocument/2006/relationships/notesSlide" Target="/ppt/notesSlides/notesSlide36.xml" Id="Rebeb9ad729f44a3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2adfaf2d04445" /><Relationship Type="http://schemas.openxmlformats.org/officeDocument/2006/relationships/image" Target="/ppt/media/image30.png" Id="R5fe9159f6c9b450a" /><Relationship Type="http://schemas.openxmlformats.org/officeDocument/2006/relationships/notesSlide" Target="/ppt/notesSlides/notesSlide37.xml" Id="R95624aaa1430485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116bce7f540bf" /><Relationship Type="http://schemas.openxmlformats.org/officeDocument/2006/relationships/image" Target="/ppt/media/image31.png" Id="Rc038e9d5e1604335" /><Relationship Type="http://schemas.openxmlformats.org/officeDocument/2006/relationships/notesSlide" Target="/ppt/notesSlides/notesSlide38.xml" Id="R0dc145a5c6b14be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f430b717c4707" /><Relationship Type="http://schemas.openxmlformats.org/officeDocument/2006/relationships/image" Target="/ppt/media/image32.png" Id="R0abd88e1357743f3" /><Relationship Type="http://schemas.openxmlformats.org/officeDocument/2006/relationships/notesSlide" Target="/ppt/notesSlides/notesSlide39.xml" Id="R662966e94f364ba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e0b839a7c43ca" /><Relationship Type="http://schemas.openxmlformats.org/officeDocument/2006/relationships/image" Target="/ppt/media/image33.png" Id="R332de551294d42e4" /><Relationship Type="http://schemas.openxmlformats.org/officeDocument/2006/relationships/notesSlide" Target="/ppt/notesSlides/notesSlide40.xml" Id="Rb22c2aa6c8d044b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ba67a5baf4883" /><Relationship Type="http://schemas.openxmlformats.org/officeDocument/2006/relationships/image" Target="/ppt/media/image34.png" Id="R316a3fbe116a415d" /><Relationship Type="http://schemas.openxmlformats.org/officeDocument/2006/relationships/notesSlide" Target="/ppt/notesSlides/notesSlide41.xml" Id="R2dd6cb2ad674400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e00213c894395" /><Relationship Type="http://schemas.openxmlformats.org/officeDocument/2006/relationships/image" Target="/ppt/media/image35.png" Id="R022e5cf4216d49a7" /><Relationship Type="http://schemas.openxmlformats.org/officeDocument/2006/relationships/notesSlide" Target="/ppt/notesSlides/notesSlide42.xml" Id="Rddd49b897346461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f8ccb38e64c99" /><Relationship Type="http://schemas.openxmlformats.org/officeDocument/2006/relationships/image" Target="/ppt/media/image36.png" Id="Ra0c65d1029d04875" /><Relationship Type="http://schemas.openxmlformats.org/officeDocument/2006/relationships/notesSlide" Target="/ppt/notesSlides/notesSlide43.xml" Id="R6db839222474428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19b37696e4562" /><Relationship Type="http://schemas.openxmlformats.org/officeDocument/2006/relationships/image" Target="/ppt/media/image37.png" Id="R96753ebc64a941cb" /><Relationship Type="http://schemas.openxmlformats.org/officeDocument/2006/relationships/notesSlide" Target="/ppt/notesSlides/notesSlide44.xml" Id="Rd4fb321570c6412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080ab88614835" /><Relationship Type="http://schemas.openxmlformats.org/officeDocument/2006/relationships/image" Target="/ppt/media/image38.png" Id="R9ffd84fc5d7143e4" /><Relationship Type="http://schemas.openxmlformats.org/officeDocument/2006/relationships/notesSlide" Target="/ppt/notesSlides/notesSlide45.xml" Id="R2ac115ace6cd405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b3a51d87d41ac" /><Relationship Type="http://schemas.openxmlformats.org/officeDocument/2006/relationships/image" Target="/ppt/media/image39.png" Id="Rd62dc0d4dd9b4fd1" /><Relationship Type="http://schemas.openxmlformats.org/officeDocument/2006/relationships/notesSlide" Target="/ppt/notesSlides/notesSlide46.xml" Id="Ra6f3e17ca5564ff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926290a5c458c" /><Relationship Type="http://schemas.openxmlformats.org/officeDocument/2006/relationships/image" Target="/ppt/media/image40.png" Id="R625f3ac1366b4c6a" /><Relationship Type="http://schemas.openxmlformats.org/officeDocument/2006/relationships/notesSlide" Target="/ppt/notesSlides/notesSlide47.xml" Id="R33314548384d4ca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3200a6263421a" /><Relationship Type="http://schemas.openxmlformats.org/officeDocument/2006/relationships/image" Target="/ppt/media/image41.png" Id="Ra009179236df48ca" /><Relationship Type="http://schemas.openxmlformats.org/officeDocument/2006/relationships/notesSlide" Target="/ppt/notesSlides/notesSlide48.xml" Id="Rf69e8f6b3fde4e7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78e04b6f04ab2" /><Relationship Type="http://schemas.openxmlformats.org/officeDocument/2006/relationships/image" Target="/ppt/media/image42.png" Id="R2dee0746d7c64ecb" /><Relationship Type="http://schemas.openxmlformats.org/officeDocument/2006/relationships/notesSlide" Target="/ppt/notesSlides/notesSlide49.xml" Id="Rbaec073c798c4e0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e7905b27c4c00" /><Relationship Type="http://schemas.openxmlformats.org/officeDocument/2006/relationships/notesSlide" Target="/ppt/notesSlides/notesSlide50.xml" Id="R7ca0cd697e584b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51AE424-110C-4B15-9711-3EE4DD97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ECODUMP NEW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3224655F-2C17-4EC9-A8A0-01CE8161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操作マニュアル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全画面版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0C1F19A6-F4F9-42B0-9971-A0C00DF7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各ページの目的・表示項目・ボタン操作・画面遷移を整理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レビュー時にそのまま複製・追記・削除できるPowerPoint資料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105A385C-E3DE-40A4-9F40-00B4445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"/>
            <a:ext cx="527685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図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73ae7991d43ac"/>
          <a:stretch xmlns:a="http://schemas.openxmlformats.org/drawingml/2006/main"/>
        </p:blipFill>
        <p:spPr>
          <a:xfrm xmlns:a="http://schemas.openxmlformats.org/drawingml/2006/main">
            <a:off x="6572250" y="1463725"/>
            <a:ext cx="5048250" cy="3549551"/>
          </a:xfrm>
          <a:prstGeom xmlns:a="http://schemas.openxmlformats.org/drawingml/2006/main" prst="rect">
            <a:avLst/>
          </a:prstGeom>
        </p:spPr>
      </p:pic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DCEA1F41-6D77-41F6-B920-D9B1DBD5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2026年8月版</a:t>
            </a:r>
          </a:p>
        </p:txBody>
      </p:sp>
    </p:spTree>
    <p:extLst>
      <p:ext uri="{BB962C8B-B14F-4D97-AF65-F5344CB8AC3E}">
        <p14:creationId xmlns:p14="http://schemas.microsoft.com/office/powerpoint/2010/main" val="534294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正方形/長方形 22">
            <a:extLst xmlns:a="http://schemas.openxmlformats.org/drawingml/2006/main">
              <a:ext uri="{FF2B5EF4-FFF2-40B4-BE49-F238E27FC236}">
                <a16:creationId xmlns:a16="http://schemas.microsoft.com/office/drawing/2014/main" id="{FA02019B-54B8-47C6-8670-AD0F1A94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この資料の使い方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8DE135B7-9C9E-4722-BE0E-2FD17830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画面を確認しながら、残す・削る・追加する機能をページ単位で検討できます。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DC413FB-D065-4221-A544-D89D7DBF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5DBEF35-CF46-41D7-AC8F-B41AFF6C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62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基本管理画面 — 9ページ</a:t>
            </a:r>
          </a:p>
        </p:txBody>
      </p:sp>
      <p:sp>
        <p:nvSpPr>
          <p:cNvPr id="5" name="直線コネクタ 4">
            <a:extLst xmlns:a="http://schemas.openxmlformats.org/drawingml/2006/main">
              <a:ext uri="{FF2B5EF4-FFF2-40B4-BE49-F238E27FC236}">
                <a16:creationId xmlns:a16="http://schemas.microsoft.com/office/drawing/2014/main" id="{B99A5901-BE9F-4354-A420-8DFD8201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C6C4C2C-BAC7-4428-A1A3-541DFDDA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5B7E75B-E651-4A3F-9DA9-93DE0E7F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会社情報の詳細タブ — 4ページ</a:t>
            </a:r>
          </a:p>
        </p:txBody>
      </p:sp>
      <p:sp>
        <p:nvSpPr>
          <p:cNvPr id="8" name="直線コネクタ 7">
            <a:extLst xmlns:a="http://schemas.openxmlformats.org/drawingml/2006/main">
              <a:ext uri="{FF2B5EF4-FFF2-40B4-BE49-F238E27FC236}">
                <a16:creationId xmlns:a16="http://schemas.microsoft.com/office/drawing/2014/main" id="{131EBCE5-57BE-4FA6-B165-BE8BD745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5AE9D4EC-57B4-44AB-A2CE-68001841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BDE56951-9936-43CA-869E-594F474D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95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労務安全 — 11ページ</a:t>
            </a:r>
          </a:p>
        </p:txBody>
      </p:sp>
      <p:sp>
        <p:nvSpPr>
          <p:cNvPr id="11" name="直線コネクタ 10">
            <a:extLst xmlns:a="http://schemas.openxmlformats.org/drawingml/2006/main">
              <a:ext uri="{FF2B5EF4-FFF2-40B4-BE49-F238E27FC236}">
                <a16:creationId xmlns:a16="http://schemas.microsoft.com/office/drawing/2014/main" id="{1862225E-6576-4CCD-81D4-33B07392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F73BD45D-DA67-477B-85F7-2467D970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9A807CEE-CDB0-46F1-A972-A8E809F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入退場管理 — 5ページ</a:t>
            </a:r>
          </a:p>
        </p:txBody>
      </p:sp>
      <p:sp>
        <p:nvSpPr>
          <p:cNvPr id="14" name="直線コネクタ 13">
            <a:extLst xmlns:a="http://schemas.openxmlformats.org/drawingml/2006/main">
              <a:ext uri="{FF2B5EF4-FFF2-40B4-BE49-F238E27FC236}">
                <a16:creationId xmlns:a16="http://schemas.microsoft.com/office/drawing/2014/main" id="{E9393911-6096-4AC9-BE39-8F64A55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正方形/長方形 14">
            <a:extLst xmlns:a="http://schemas.openxmlformats.org/drawingml/2006/main">
              <a:ext uri="{FF2B5EF4-FFF2-40B4-BE49-F238E27FC236}">
                <a16:creationId xmlns:a16="http://schemas.microsoft.com/office/drawing/2014/main" id="{4BB9C124-D743-4FE5-9024-A34FDC90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6" name="正方形/長方形 15">
            <a:extLst xmlns:a="http://schemas.openxmlformats.org/drawingml/2006/main">
              <a:ext uri="{FF2B5EF4-FFF2-40B4-BE49-F238E27FC236}">
                <a16:creationId xmlns:a16="http://schemas.microsoft.com/office/drawing/2014/main" id="{251DF32B-4565-43FF-9C1C-0044435E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29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 — 13ページ</a:t>
            </a:r>
          </a:p>
        </p:txBody>
      </p:sp>
      <p:sp>
        <p:nvSpPr>
          <p:cNvPr id="17" name="直線コネクタ 16">
            <a:extLst xmlns:a="http://schemas.openxmlformats.org/drawingml/2006/main">
              <a:ext uri="{FF2B5EF4-FFF2-40B4-BE49-F238E27FC236}">
                <a16:creationId xmlns:a16="http://schemas.microsoft.com/office/drawing/2014/main" id="{007F1184-DAC6-43DF-9468-8D992351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863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正方形/長方形 17">
            <a:extLst xmlns:a="http://schemas.openxmlformats.org/drawingml/2006/main">
              <a:ext uri="{FF2B5EF4-FFF2-40B4-BE49-F238E27FC236}">
                <a16:creationId xmlns:a16="http://schemas.microsoft.com/office/drawing/2014/main" id="{7C44D639-1E6A-422A-B458-CC3470A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9" name="正方形/長方形 18">
            <a:extLst xmlns:a="http://schemas.openxmlformats.org/drawingml/2006/main">
              <a:ext uri="{FF2B5EF4-FFF2-40B4-BE49-F238E27FC236}">
                <a16:creationId xmlns:a16="http://schemas.microsoft.com/office/drawing/2014/main" id="{369F23AB-3C11-4349-8058-60D978B0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958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レビュー時の確認方法</a:t>
            </a:r>
          </a:p>
        </p:txBody>
      </p:sp>
      <p:sp>
        <p:nvSpPr>
          <p:cNvPr id="20" name="直線コネクタ 19">
            <a:extLst xmlns:a="http://schemas.openxmlformats.org/drawingml/2006/main">
              <a:ext uri="{FF2B5EF4-FFF2-40B4-BE49-F238E27FC236}">
                <a16:creationId xmlns:a16="http://schemas.microsoft.com/office/drawing/2014/main" id="{D709EBA6-B4C5-41B4-849D-3C1308D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正方形/長方形 20">
            <a:extLst xmlns:a="http://schemas.openxmlformats.org/drawingml/2006/main">
              <a:ext uri="{FF2B5EF4-FFF2-40B4-BE49-F238E27FC236}">
                <a16:creationId xmlns:a16="http://schemas.microsoft.com/office/drawing/2014/main" id="{D8DA214E-F852-4621-9261-5202D643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目次</a:t>
            </a:r>
          </a:p>
        </p:txBody>
      </p:sp>
      <p:sp>
        <p:nvSpPr>
          <p:cNvPr id="22" name="正方形/長方形 21">
            <a:extLst xmlns:a="http://schemas.openxmlformats.org/drawingml/2006/main">
              <a:ext uri="{FF2B5EF4-FFF2-40B4-BE49-F238E27FC236}">
                <a16:creationId xmlns:a16="http://schemas.microsoft.com/office/drawing/2014/main" id="{4D9B775E-F0B8-4D33-9F55-03D85AD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5020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5F3B13AE-8C04-412E-94C1-6287BD6A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52633E3B-223D-47D1-A1E3-4649BF5F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EA4303D5-7294-4BF7-8D05-26D8FCB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現場・自社・協力会社に関する共通管理</a:t>
            </a:r>
          </a:p>
        </p:txBody>
      </p:sp>
      <p:sp>
        <p:nvSpPr>
          <p:cNvPr id="4" name="直線コネクタ 3">
            <a:extLst xmlns:a="http://schemas.openxmlformats.org/drawingml/2006/main">
              <a:ext uri="{FF2B5EF4-FFF2-40B4-BE49-F238E27FC236}">
                <a16:creationId xmlns:a16="http://schemas.microsoft.com/office/drawing/2014/main" id="{530B5647-66AA-4A8B-998A-7D0FF4DF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01D4D63C-E07F-482A-8FE5-97830AB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EA038855-13A6-407C-AE36-1F4FF24F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83F3312-D6AC-4EB4-B4D0-AD5219F3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1888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6F2FE7F1-72C1-438F-BCF5-4FFED1EF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0438F571-2B02-41EC-87B5-BCC39572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33CD4209-4D72-4632-9A2F-F87F62B4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56213ea0445a6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BB4314DD-4957-485B-A5DA-1902D1B7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ECFAF055-ED67-421A-A1D2-4B4D241E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利用可能な現場とサービスを探し、対象現場へ移動する入口です。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B6EDBB30-C789-4927-B391-A7CECD02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A0363B91-0F54-418D-9F72-84E1172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検索結果件数、元請名、支店名、現場名／ID、住所、工期、利用サービス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利用終了を含めるチェック、利用サービス選択、ページ移動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6BF63D75-C734-45DE-B07D-D5423B38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DFAFBC1-6A3D-44EE-A9A8-8A210B1D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検索：入力条件で一覧を絞り込みます。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詳細検索：追加条件の検索画面を開きます。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3色のサービスアイコン：労務安全／入退場管理／調整会議を開きます。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ID横のコピー：現場IDをクリップボードへコピーします。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2A8F7E91-EE72-4A4E-B78A-E2C4E9F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0EBA8FE1-AA66-411C-8A11-3ED40ECA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1618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242BA557-BD26-462F-9797-29A25327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現場体制（施工体系図）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C1C85CEF-482A-48A8-B6B0-58F1E2A8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F887C66A-ABF3-42E5-88C1-C77AB196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459cb61ca4524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969E5CE-7DAC-438C-9A09-3927AAA9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3CF7047-61FE-49DA-9C61-488DEC93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元請会社から一次協力会社へ続く施工体制を図で確認します。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88DB508A-E62D-4FFF-85CF-6070EE72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3DC2C465-0BBB-4410-A756-99958A80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対象現場の選択、元請会社、一次協力会社の構成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会社カードと階層線による関係表示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1EF0A9D4-00C3-4C09-B00D-FE19FA58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C3A9D61D-9EEE-4C64-A32E-8DAA861F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会社を追加：体制図へ協力会社を追加する操作です。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施工体系図を出力：現在の体系図を帳票として出力する想定です。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現場選択：表示する現場を切り替えます。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1BCB10E2-D930-4FF2-85A6-7789FDF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78CDD25C-B78E-4FDD-A384-105698F0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3667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1E5A8BE9-F270-47A0-A1B5-354AA10F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会社情報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A0383F74-083F-4CAB-B1E3-A15E9594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BE524D8D-BB38-4FF5-A918-A3512F48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2d2855f7f4f7b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AD2D395-C5E8-4785-BAD5-AE1F78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8A638162-65A4-403C-9A85-C718DC9E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自社の基本情報と各種連携・管理情報をタブごとに確認します。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16DA1FA-EC4C-44F4-9C0A-C92FEF31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9BEB6EC-4E27-4E49-AE4F-3301244E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本社情報、CCUS連携情報、労務安全項目、支店情報の4タブ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会社名、法人番号、所在地、代表者、連絡先など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26859907-38D0-4B14-A3BE-62E66DE3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19E29A1D-4285-4AA6-BA2E-8D5FBE6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各タブ：表示する情報区分を切り替えます。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編集：対象情報の編集確認画面を開きます。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支店情報の確認：登録支店の詳細を確認します。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DEEA977F-07E7-4316-8BCB-69DBA6A1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EB666616-673F-407B-A969-99D1D6F3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3729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C33EB9CF-181A-42B6-B9EB-3F798A9F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ユーザー一覧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7AE6385F-961E-40DE-B47F-BAF2E811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3F815E0-E9FE-4B63-9EFE-DA511AE7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af4b5375341e1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436274F-4AAD-47F8-8AB8-86122574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DE722F4-447F-477C-AB9E-EB341B72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管理者・職長などのログインユーザーを検索し、登録・確認します。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BAE2FA0D-E2BE-4C5A-9541-3A461BDC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907CA1E9-97C4-47F9-B103-1B72A78B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支店、氏名、メールアドレス、種別、権限、登録日、更新日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支店・種別の検索条件と検索結果件数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7A041B20-3347-4540-8418-B5457A80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547DA354-FF8B-45CB-8E69-AB9E09DF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検索：氏名・支店・種別で一覧を絞り込みます。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新規作成：ユーザー登録フォームを開きます。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企業管理者申請／初期パスワード再発行：確認ダイアログを開きます。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確認：選択ユーザーの詳細を開きます。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F25FB06C-04E9-41E8-8D0B-702ACA90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686D36FC-4CCB-437D-8E2B-C9DD09E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8481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84FB7911-8A38-4F61-83C3-845BC48D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74F960F2-FB44-481E-92E8-AAC82174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1FD56E67-B0EC-4E7B-9A62-764B49E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d7300ac4a4cb5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61F36EC-0AEF-4DD4-911C-76CF7212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140AE025-B34F-4645-B9A3-C1C00DC4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作業員の所属・CCUS連携・在籍状況を管理します。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1E96D28-0C1F-4C64-A1A3-EEFD907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248264B-BF75-40E6-BFB6-C4469BE8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氏名、生年月日、CCUS技能者ID、連携状況、所属現場数、在籍状況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行選択用チェックボックスと検索条件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CB8899B6-1F2D-4C8C-AEAC-F353971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9CE3E0BC-DB57-4793-8DC5-35F7B0A3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検索：氏名や区分で作業員を絞り込みます。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新規作成：作業員登録フォームを開きます。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選択した作業員を更新：チェックした行を対象に更新確認を開きます。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確認：作業員詳細を開きます。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CA1F812B-D5E7-4264-B178-1DEA7EC8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23F5DE59-2EBE-413F-A0FC-2B7EA31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84823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8C1B793C-108E-40AE-ACE3-5B616927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車両・機械情報一覧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4CD57AE4-43DE-4D23-9F41-90ACDA78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22B00490-4D2A-4DC5-89D0-C4E0ED7E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574d0a968443c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8EAFD211-DD80-4F87-834B-B92AF43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7BA3D7E-EB51-4966-9B17-2F531212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工事車両・通勤車両・建設機械の登録状況を確認します。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DABE199-7BC0-4A7F-9ECE-198B960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933DB032-69C4-4A83-8C9D-81419403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工事・通勤用車両／移動式クレーン・車両系建設機械のタブ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検索結果件数、車両・機械の一覧領域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DCBC36F9-2435-4768-8A99-5A39439F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506392F8-8B0A-40CC-AE3C-10E7E4BC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タブ：車両と建設機械の一覧を切り替えます。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検索：名称や登録条件で対象を絞り込みます。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詳細検索：追加条件の検索画面を開きます。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6997A9DA-5FD3-45B4-BC65-1B1CB895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42335DD9-1BBB-4C15-8500-4E56B75C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4690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54FC0E94-9562-49EB-A139-BB28DC24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代行先一覧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DA3D3A76-DB41-4523-82D2-2C9AF934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0CF026ED-EAC9-4D5D-93AF-02581156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35fd13374485e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DF6D3513-4341-427A-A264-CF1A3294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B240841-B049-45B3-8639-60DBB541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自社が情報登録を代行する会社を確認・管理します。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6D2E1F6-CDC5-40D1-B3D8-E751D029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49F793E2-99A8-485D-9FA0-A1DDEC0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代行先会社名、住所、電話番号、代行開始日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詳細確認・編集、代行関係解除の操作列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5D68175C-C464-41C1-B911-FFE9DE4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54E01483-5C52-41CD-89AE-CFEE769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検索：代行先会社名で絞り込みます。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解除済の会社を含める：過去の代行関係も表示します。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詳細確認・編集：代行先の登録内容を開きます。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4AF2DE8C-A4F7-4505-B1BF-0C84FBFB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A3B5F74D-EB1F-487A-83FC-A0134E1B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80070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248E7172-0D36-49AD-9A5C-F61BB44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代行登録申請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D738A34E-BC3A-49AB-BCF1-F1442B82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120454F7-E330-4DB1-AAC1-5E82B62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ac80f2cbd45a5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8578ED8-E22D-498B-ADC6-CCC95AF1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BB8EA017-F5D0-4B79-B88F-3AFB0F07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新しい代行関係を申請し、申請状態を確認します。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75FB017-EA9D-4F42-977E-C11035E5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E6B1A6D4-BB06-47C4-BA57-5E95EE2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会社名、住所、電話番号、会社種別、ステータス、申請履歴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申請中を含める検索条件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AE268635-3344-48E3-BCC8-6D5E8759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CFDFA4D0-612D-484C-B61F-5384BFFB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新規申請：代行登録申請の確認画面を開きます。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Word／PDF：申請資料を各形式で出力する想定です。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検索：会社名や申請状態で絞り込みます。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3C114911-486B-4E13-93D3-80180FCC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495E0B96-B4C4-4B09-89CF-D13C0D8F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95539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465C22DB-DB93-43CB-B8E3-C202B521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自社の代行元一覧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B5E601DD-39C3-4499-980F-BD620EDB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BE5F6748-B5AC-409C-98DF-3BDDE0AD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dc935949342f2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A1C83E1C-2BB3-4AE0-828B-1B82446E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F8BD4FA-CEB3-478F-A951-9B58BC6C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自社情報を代行管理している会社と関係状態を確認します。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7D372F2-B7F7-47E2-A0A9-05D7AA56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79CBB3CE-4FA2-457C-91E6-898D951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代行元会社名、住所、電話番号、会社種別、申請履歴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代行関係解除の操作列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CADFF250-0FB5-487C-99B8-48071A44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051909F-B236-4B3F-A243-74BA0AE2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申請履歴：これまでの申請内容を確認します。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代行関係を解除：解除確認ダイアログを開きます。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検索：代行元会社名で絞り込みます。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186AB7A-5908-4199-86E8-4A604B96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基本管理画面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DD3DA97E-F03B-4124-8918-D9BA2E5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02906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95388473-9784-433E-A3E1-47E08809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63B2FE46-44DF-47FA-A094-84C3D5F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BC4E44A2-F17D-463D-8E55-1B6BFDEA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会社情報ページ内の4区分を個別に確認</a:t>
            </a:r>
          </a:p>
        </p:txBody>
      </p:sp>
      <p:sp>
        <p:nvSpPr>
          <p:cNvPr id="4" name="直線コネクタ 3">
            <a:extLst xmlns:a="http://schemas.openxmlformats.org/drawingml/2006/main">
              <a:ext uri="{FF2B5EF4-FFF2-40B4-BE49-F238E27FC236}">
                <a16:creationId xmlns:a16="http://schemas.microsoft.com/office/drawing/2014/main" id="{A7DD8FC4-6AA9-4284-B207-B1F477A8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86A820C-4BC3-4A1B-8AD6-C541CC22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E003822-55C2-4508-98E2-13A6554C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B7A31264-4728-4F59-923B-96FB3ECA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238466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905D1EC0-3A63-4870-89F1-2734ABF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本社情報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0471EDDE-F71E-4157-9A10-FD46D7F1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B534D86-E062-4109-BFC5-B42E692D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1ce39ac0b42bd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CB1B4C8-9A6E-4D27-BD74-80F41533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4F47D632-21A0-4CF9-88E5-C34292E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会社の基本情報と連絡先を確認・更新します。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B3386A8-D837-4694-9828-35F4E99F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B49E5C8-5DA1-4431-A442-D2B2826F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会社名、法人番号、郵便番号、所在地、代表者、電話番号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登録内容をまとめた基本情報領域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CFE69E7C-32B8-42D8-ADC9-6704E41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217517E8-3F3C-48E5-936B-002D910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編集：本社情報の編集確認画面を開きます。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他タブ：CCUS、労務安全、支店の情報へ切り替えます。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879B2F5-25B5-4D7D-B232-94B5E28D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F2846E76-824A-4E25-B4EA-F419DBCE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64023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A67BF58C-1AED-40BA-A44A-DBFCB0F5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CCUS連携情報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5FDA67BC-CC7A-448E-9A3D-6FE41E5D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9758608-E672-44E8-B905-E2432612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3ae686d9a409e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37E8B8E-1542-4223-AE0E-CE3004D9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2A66EFF-2499-4FE5-90D9-A0C5D634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建設キャリアアップシステムとの連携状態を確認します。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2D01C33-8379-4123-B2F4-E3F1E24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A3C8AE86-5502-4F82-9AE2-5E00B3C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事業者ID、連携状態、最終更新日時、連携対象情報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連携に関する説明と確認領域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3523C6C1-1F05-4D48-B7EB-B9AE5A4E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C8796D4C-EBD7-40D0-B4C2-B59625F9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連携情報を更新：最新の連携状態を確認する想定です。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編集／確認：登録済み事業者情報を開きます。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18EE19C7-C6EB-4F5A-B526-E1CFBCD0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96326F51-BE80-4BBA-BFA3-CD40E467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522423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69D13311-C697-4C3D-9A86-0183E35E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労務安全項目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3E47CE41-4B2F-4F12-908E-8A5B5044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EE17590-566C-42E9-BBD3-DF2F3DA3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5f72381094f83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E3AEBCA9-E6D5-49F9-AA10-5BB42F3C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AA45D6DA-422A-43FD-BCBA-D2516DA2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安全書類で利用する会社固有の項目を管理します。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7CFCFDF-BC50-4DED-A106-9D142368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ED4C0D8B-6DE1-497D-B484-CED9F9F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労災保険、建設業許可、社会保険などの管理項目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各項目の登録値と状態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3E3225D8-5EF5-48AC-9DCC-86B9B62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A3333EAF-FF43-44C8-A383-DB6DD888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編集：労務安全項目の更新画面を開きます。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確認：現在の登録状態と不足項目を確認します。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3417E98C-A0DD-4648-BC2C-2E9B146D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74678686-5266-4842-9E0B-2987B550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588947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100E90AC-8725-437C-9767-797BAB66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支店情報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82220704-035D-4CB2-967C-1F078E91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634B6914-A40D-487B-AD81-905295DD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3c790ea9e47c5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69C611F4-9A0F-4173-986E-6B5598EE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E0D19DEF-B226-4A67-A48F-5E5AE968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会社に登録された支店を一覧で確認します。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51F7D722-1F81-4FC8-80D7-733BA81B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71658D99-91D6-4E73-8CB0-6F5A0616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支店名、所在地、電話番号、担当情報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支店追加・確認用の操作領域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E2F56E0C-4C26-4950-8FA7-C461871B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0F8070B8-F84A-4BAC-95F3-AB4534C8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新規作成：支店登録画面を開きます。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確認：選択支店の詳細を開きます。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検索：支店名などで絞り込む想定です。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9603707F-243C-4A1A-963C-B56DD3A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会社情報の詳細タブ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06E25A07-9A9F-4099-9C7C-9C356934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027969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D7CD5E91-4BC1-4A84-AE5B-045A0062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F31912E2-2AAA-4F28-B524-5BCAE5C7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E82FD5B8-078A-43B3-B01B-4F68CDFB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安全書類の提出・検索・是正・出力</a:t>
            </a:r>
          </a:p>
        </p:txBody>
      </p:sp>
      <p:sp>
        <p:nvSpPr>
          <p:cNvPr id="4" name="直線コネクタ 3">
            <a:extLst xmlns:a="http://schemas.openxmlformats.org/drawingml/2006/main">
              <a:ext uri="{FF2B5EF4-FFF2-40B4-BE49-F238E27FC236}">
                <a16:creationId xmlns:a16="http://schemas.microsoft.com/office/drawing/2014/main" id="{55E11BAA-9F69-4C6F-8F6F-0D385E55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3DC5770-1B09-46D7-9DD2-985A3D4D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3894DD8-2D92-4756-9967-222CC814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FC5E478E-5417-4869-9DDE-09C3AA84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78028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436D5EC9-192D-4D94-8038-248C008F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書類状況一覧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2ED493AC-7CC7-4B87-B9B4-A2A34DC6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9AFE3614-40D0-47B5-AD8E-B7768DA2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083db6aa54e04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41C5CF6A-6D30-4F28-986A-1FF46FEB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4882B056-3412-4BD8-ADF0-3DC5E309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協力会社から提出された安全書類の状態を横断確認します。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3989D8C8-EF81-4FD6-A08A-292EAFA8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A3A8B166-494E-4954-AB81-CAEF4315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提出状況、次数、会社名、コメント、提出操作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施工体制台帳、再下請負通知書、作業員名簿の確認状態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D9E6406-0536-43DB-A29E-B69B38A2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8FD3F78A-1ADB-4C46-880F-E0FB33EF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検索で絞り込む：検索条件パネルを開きます。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確認：コメント欄を開きます。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提出／取下げ：書類の提出状態を変更する確認画面を開きます。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書類区分ボタン：表示する書類群を切り替えます。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08355FD9-D13C-4A9E-86D0-DCEC6DB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43AEAEF0-9519-4249-8DFB-636510D2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538232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83840CD0-EE3B-48ED-9736-D5A6D10A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新規入場時等教育実施報告書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77243113-D40E-49E6-B2A2-33997B2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92CCFA00-79E1-4699-9FE0-CB96CBCD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aa8953a104739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FF535DA-285C-419B-B391-43DD0238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F260C08-ADD4-4988-8785-BB114A2C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新規入場時教育の実施報告書を作成・提出・確認します。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8A5AB7B2-6A8E-4DD6-8F90-E32A3087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AFFE5C5F-061A-4952-B658-E555F9EC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会社名、一次協力会社、工事名、工期、最終更新日、操作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自社作成・提出書類と配下会社の提出状況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275261C2-4DBC-4167-8C61-20601EEA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7ED82B74-7EA0-4AB6-A671-E190AFAA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検索で絞り込む：対象会社や状態を指定します。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Excel出力：一覧をExcel形式で出力する想定です。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新規作成：報告書作成画面を開きます。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確認：既存報告書の内容を開きます。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8E9F710-2EEF-4639-A733-4CCE552C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D8C63258-CD98-473D-8744-14A2BB66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765723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340E25DD-31D4-430A-AB7C-56D11CFF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【元請会社】新規入場者調査票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5B6F0A3D-354A-4C96-9F5D-751345B2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BFE726BC-A1BB-4CC3-B625-999DA080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35ec653394d08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7B64C5D-A08F-4846-82FD-5C72C51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58E231E-82B6-4C23-B7B3-D4D62FB2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元請会社向けの新規入場者調査票を作成・提出します。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378E0770-8ED3-4603-B032-2FF57785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80DBB29-1F12-49FC-B799-B2FF192D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会社名、一次協力会社、工事名、工期、最終更新日、操作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自社作成・提出書類の一覧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30CB0695-EA11-4F5F-ACA2-3ACB5A12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FDA8E720-9382-4E7E-A4BA-9DC2128F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新規作成：新規入場者調査票の作成画面を開きます。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確認：作成済み調査票の詳細を開きます。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検索／Excel出力：対象の絞り込みと一覧出力を行います。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601FAC40-F5F5-4038-893E-1D2CC69D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52DCC4D5-268B-4460-A1E1-9547CD2D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078049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AF30FBFD-E737-4689-8A62-68D1FE2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その他の安全書類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E2B2949A-B2B8-4D86-86AF-5F3AA95C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06E7DB6-0404-499D-9DC8-6C0F1CCF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d0a0b96e94c47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348B26B1-7ED1-434F-BED7-689CDF1D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FAB94A7-BC24-4CCC-9509-49DF80A5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標準カテゴリ外の安全書類を作成・提出・確認します。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8C799243-586D-4824-AA51-E5B903E1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1C8AEFE-E6BD-4477-B9DE-693312F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会社名、一次協力会社、工事名、工期、最終更新日、操作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任意安全書類の提出状況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4201D240-DD46-4C04-B32A-C8487F34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A419AFC0-4F26-429E-B3F1-19AD0716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新規作成：その他の安全書類を登録します。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確認：登録済み書類を開きます。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検索／Excel出力：一覧の絞り込みと出力を行います。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C709F0F1-1CF3-4DBE-9C7C-424BCBBC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AB44F186-58D0-48D5-BE7A-0329A64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765226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3FCE4167-FF8A-4CF9-A4F5-15B5167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元請帳票の確認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CE27CAA5-370B-40A4-BF39-14A311B8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331DCE17-DAB7-4750-B228-B4268E4C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0d619d7dd4e93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03C50B5-C2C5-490B-B14F-D4CD0FD2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884A585-EF04-46AB-8297-DCA05987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元請会社が公開した帳票を確認します。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BA4061C-981F-44E1-B971-E0AB4290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74CEB5F0-5D2B-4FE3-A6D6-E44BB020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帳票名、対象会社、更新日、公開状態、確認操作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元請発行帳票の一覧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AB077DF5-3B49-4ACE-A5C6-74341242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29DC490D-C3C9-4306-B7C5-497CEEE1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検索：帳票名や対象で絞り込みます。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確認：帳票の内容を開きます。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出力：対象帳票をファイル出力する想定です。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4D7BF29E-C504-46F4-850A-606E7D7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40F8AD20-9B24-4E7A-995B-468C6025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042030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7837EC46-FA03-4628-A9F0-9DC292A9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配下協力会社検索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58885920-A619-4B13-9EFF-BEA285BE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D992363-9398-4BC9-9880-008416A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6d8ac3b2740da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A6099D75-900B-4919-A566-8080A76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BD64E42-F2B4-4BA3-8F01-B18CEFE1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施工体系配下の協力会社を条件検索します。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7E2A0DD-8920-4EAD-8220-89E419A8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50678B6F-F445-470C-8B65-C7592F2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一次協力会社、会社名、会社種別などの検索条件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検索結果の会社情報と詳細操作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3097CC10-AB05-46F9-85A2-F3E8B609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8E233681-75CE-40CB-832B-1CE94A52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検索条件を開閉：検索パネルの表示を切り替えます。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検索：入力条件で会社一覧を更新します。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確認：選択会社の詳細情報を開きます。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30FFC4CF-54C7-4390-A2D1-35F433AD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49620B18-B83E-47CA-84E8-EB995192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13129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F3CAC0C4-E0BF-4C86-B3A5-4CDBF019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配下作業員検索（送り出し教育）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8C96EE3B-50C2-4EFC-8564-38D87A1C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EE4CE3DC-10EE-4A28-9C89-EF14BFD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a4ae1af3a42b0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E238A23C-D81A-4EC6-99FC-D2C7D132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612FF58-4B9C-4E71-845C-973E864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配下会社の作業員と送り出し教育情報を検索します。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F242F89-BAF0-4A03-9307-31F09E77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4061AD8A-641F-4986-BF98-FDB6DB45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作業員氏名、所属会社、職種、教育状態など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年齢、健康診断、入場情報を含む一覧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CCB6CB7-70FA-42C3-B72E-DCC8D472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D7397B5D-7A22-492D-B413-5039B1B1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検索：作業員条件で一覧を絞り込みます。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検索条件を開閉：詳細な検索項目を表示します。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確認：作業員または教育情報の詳細を開きます。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79BBA03B-5A29-4AB3-A607-3F982AC8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5DBED3E0-6BAE-49FE-A566-7879767D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797048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6C38CD32-83F3-4738-803D-9147CFDB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是正依頼内容の確認・返信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9B5B4D8D-9A7C-44AE-9876-A375E9FA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757E9E6-FAE6-4569-A93E-B595C583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2cd497f174331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4F3D008C-8B23-4F27-ADB5-1F097B46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D71307E-D800-46EB-9A91-64984A47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元請会社から届いた是正依頼を確認し、返信します。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64A45F4-2073-4375-8642-0E1FD9EB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E1DA1955-A718-4CCE-A2F0-7FA89EF2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受付日、対象書類、依頼内容、ステータス、操作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未返信・対応済みなどの状態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B48B46B6-5016-46EE-81B1-2D485537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DB2EF352-F4F1-433E-8F84-03EBA5A1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検索で絞り込む：依頼日や状態を指定します。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確認・返信：依頼詳細と返信入力画面を開きます。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返信：入力内容を送信し、状態を更新する想定です。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664B164F-EFE4-4DFD-AE03-1AE08E8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AD6B33BF-6B9B-432B-B3C3-04B1F57E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996745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C6402A6B-CBFD-4A87-8E03-5077FA01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書類一括出力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4BB7F209-47CC-4D17-883C-BC3A814C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3D3242B-9BC2-4E19-9C72-6ABDDF6B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468a279b742b5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1108F118-F74D-4941-935F-3B12B8F1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E8EE45C-E9BB-4744-90AD-FE81DFCD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複数の安全書類を選択してまとめて出力します。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8152FB4-631F-4DBC-8515-9704B82D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887379FF-649E-43C3-8C0E-AAE4AAA9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対象書類、対象会社、期間、出力形式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一括出力対象の選択領域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B4F8D674-2D2A-4F27-B7AD-783D1FAD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B9954B17-C970-4FA0-8C75-580EA6B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チェックボックス：出力する書類を選択します。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一括出力：選択内容の確認画面を開きます。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条件指定：対象期間や会社を絞り込みます。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4BDD9AB4-912A-4161-AB5E-F9009861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ED471D47-1FFA-4381-B011-4C0469E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592638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9F38F086-4550-4550-BF03-5030220B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共通メニュー（労務安全）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2DE9C6FF-B20F-4886-AE7B-B114AE87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67ED738-F2D7-4658-ABE4-810B5DC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4a8acce8a4278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5A6E032-C8A0-4766-8487-95635100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190D749D-8488-446F-AE1B-A1113DF0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サービス共通機能への入口です。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3488B46-1E72-46C4-A027-CFF3981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6E58EF72-9779-4CCD-8E35-5FFA8E19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現場掲示板カード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共通機能の説明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F331654-7BE7-4528-B4AA-F1F896C3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4CCD047F-60DE-41AC-8440-E6CE0E3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現場掲示板カード：掲示板ページを開きます。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左メニュー：労務安全の各ページへ直接移動します。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054680F7-9CE4-488F-AAFF-B2457210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C9F93220-E8AE-47E5-826C-9FE8A9CC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683441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BE9223B3-DCB8-43B1-A02F-E0DDC6A6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現場掲示板（労務安全）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452E8234-8D2F-452C-9AC0-1CFE5D0F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853D59D-A74D-4B7E-BB63-F3A2563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9cc232ead46c4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4A951B99-E180-49B4-AA92-DB50E8F4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80E2120-D2CC-4888-9439-28309A86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現場内のお知らせを確認・共有します。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3E50B1C-464D-4EF3-AC4E-3F129E41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390CA2A-5051-422B-90E6-0927897C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掲載期間、タイトル、投稿者、添付、操作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掲示中のお知らせ一覧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DF046D88-AA96-4A0D-BE46-4B816F4E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B7A48FB3-2883-4AFD-8E3C-FB451831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新規投稿：投稿作成画面を開きます。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確認：選択した掲示内容を開きます。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1BA3AD64-D815-425E-A015-379741F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労務安全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2CE1470B-A5C9-46B4-B232-1CE0B78F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8009275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288874E2-E084-4D1A-B148-7515250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D09F4549-D3E9-48C0-9A88-D59C9206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FCDB43E-330D-4986-BBF4-04C0D0A1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現場の入場・退場実績と作業員設定</a:t>
            </a:r>
          </a:p>
        </p:txBody>
      </p:sp>
      <p:sp>
        <p:nvSpPr>
          <p:cNvPr id="4" name="直線コネクタ 3">
            <a:extLst xmlns:a="http://schemas.openxmlformats.org/drawingml/2006/main">
              <a:ext uri="{FF2B5EF4-FFF2-40B4-BE49-F238E27FC236}">
                <a16:creationId xmlns:a16="http://schemas.microsoft.com/office/drawing/2014/main" id="{BA24DC1E-4628-40E8-A714-406A4B28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0DDF207-D181-478C-A065-CFE7DC0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74C078B-631F-4212-B29F-C96B2B07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4FFC20A6-5FF8-4412-B06C-23D97B32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16901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35243928-1BA3-4114-BBCC-5D750C96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ダッシュボード（入退場管理）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950F35E9-DE1F-43AC-861D-CC317895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3218AD32-97C7-4F6C-B8B1-B33D1569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46df7606f486a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DF9926AC-3579-482D-90C9-BA5319FB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E2D7CE08-AA8E-4D7E-960B-09FCE759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現場概要と直近の入退場状況を確認します。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4E933D21-AB32-43B4-9501-D6A94BE9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A3587331-FA36-4C71-8DB6-52BBE68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現場名、工期、所在地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日別の入場者数・退場者数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CBEF5856-70D8-44A4-B867-92214FA9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2F9A6D03-CF3A-4A12-8204-3D4A11A5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左メニュー：入退場実績や作業員設定へ移動します。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重要なお知らせ：通知内容を確認する導線です。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DCE85A8F-B8A6-4448-81F7-EC8376CD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AD349E21-E850-46E4-A47A-07587575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06393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20D72E61-8CA6-4FB7-81E1-101AF3A0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入退場実績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2A6D48DE-C7AE-4593-AC7D-1B006181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D117EF07-4FAF-467E-8320-F94D1F47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01fcd90fc4cad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B3C51DF-38B2-4108-97A1-C16A77F4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0BDF7938-6D71-4D8B-8CF9-9805D1E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作業員ごとの入場・退場時刻と滞在時間を確認します。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C0490287-EA47-4CA7-80DE-9BC08F7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784647A7-2024-492D-863D-68D9F5AE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日付、所属会社、氏名、入場時刻、退場時刻、滞在時間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キーワード・日付の検索条件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B2545588-28E2-4BDD-B7B3-AF402107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21821AE2-D661-49CD-8871-C3E8DE5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検索：条件に一致する実績を表示します。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検索条件クリア：入力条件を初期化します。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DF194DAE-E50F-41DE-9230-19201CD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D6627FD5-9BF0-44CA-920C-97A538F9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8146744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21D118E6-1950-4644-9F55-D1D2374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作業員設定状況一覧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A049821C-DF1B-4C8D-AD94-EE012E3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27FC725B-DE3E-41E9-A94F-6081746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00ef6a7414884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E8965214-A064-41A0-83EA-3B820D36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90269DE-D656-4C1F-969A-7D959DDE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作業員の顔写真・送信・設定状態を確認します。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A020698-CF33-417A-9E90-EACF7EDF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25886195-50E9-4B2A-B6C8-36C069D1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所属会社、氏名、ステータス、顔写真、送信状態、エラー状況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検索条件と顔写真表示チェック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3C08056D-C165-46C3-8FE8-E879885B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75451114-4D56-4A10-99E5-D27EDAD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顔写真を表示：一覧内の顔写真表示を切り替えます。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CSV出力：一覧をCSV形式で出力する想定です。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検索：作業員名や状態で絞り込みます。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確認：作業員設定詳細を開きます。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061BD2F7-2B76-4E85-B2F5-150FF975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C4F33460-ED69-4584-A02B-3BDD009D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8838041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AC968FD3-ABC3-4FDF-A957-D864B878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共通メニュー（入退場管理）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51FC1657-1BE6-43DA-8EA6-8F634E68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1DDFCBC5-8BC5-4BA1-B0E9-D0D73F1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6e17f36cf4396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3D5CF513-7414-4CAE-A3FB-2817ECE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469CA4D-A463-44E2-820C-80F1C5E1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入退場管理から共通機能へ移動します。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569BB2F5-3DB7-4499-B841-22EB37D9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FF0F61DD-1709-46FB-81C3-ECC114EC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現場掲示板カード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共通機能の説明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B14B479E-0136-41CD-A6BA-0AB9046E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0731BC1-E4B0-4F9F-804A-CADDB8AF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現場掲示板カード：掲示板ページを開きます。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左メニュー：入退場管理の各ページへ移動します。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9526957A-FA5E-454A-97A2-76496D81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9A47DF38-2B14-4A2C-BDE7-29565D5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661683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44A4A4AC-C0B9-4076-80A3-F6F53862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現場掲示板（入退場管理）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97A349D1-B594-49E3-A1A2-32F1667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25269BB-BE30-4CD1-BAC1-7D01B88E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f2a53ea5447db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BFCE065B-D775-4777-BDF5-9A370289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BAA04BF-8DB4-420F-BDCB-C29401EB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入退場管理画面から現場のお知らせを確認します。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AF50FD2-3326-4BF3-B14E-CA5B0F9C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1DDFB92-1214-4B06-ADB1-B2589454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掲載期間、タイトル、投稿者、添付、操作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掲示中のお知らせ一覧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EEDD9F25-05DD-488B-B497-6800900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E5B869E0-2A5E-4A73-AEA9-D8F6C85C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新規投稿：投稿作成画面を開きます。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確認：掲示内容を開きます。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61BB0981-E7BC-4F8E-8F95-E9019B7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入退場管理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2434AA51-B53E-4CDA-8CE7-97FE45AE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4368889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E7BCE7BC-A142-430D-8F75-98B71A86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D66FF819-B4FC-4FF6-8223-4B495254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3D8F3DE7-0B59-4945-B446-89EAE0EB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予定・実績・機材・現場配置・帳票を管理</a:t>
            </a:r>
          </a:p>
        </p:txBody>
      </p:sp>
      <p:sp>
        <p:nvSpPr>
          <p:cNvPr id="4" name="直線コネクタ 3">
            <a:extLst xmlns:a="http://schemas.openxmlformats.org/drawingml/2006/main">
              <a:ext uri="{FF2B5EF4-FFF2-40B4-BE49-F238E27FC236}">
                <a16:creationId xmlns:a16="http://schemas.microsoft.com/office/drawing/2014/main" id="{E3B1B1C2-7A39-4777-B928-467ADC09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8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A38C580-18C4-4F83-9636-261AD94F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各ページの画面・目的・操作を確認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A43E2551-ACA9-4EDE-B576-75084B89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198C3D6-7C08-4179-B3A7-4EC73AC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72768216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1443FE6A-5D79-4022-945D-C5BE6BA5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ダッシュボード（調整会議）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63CD64A9-99B4-477E-A8D3-E09C253C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719EECF-B21C-42BD-9435-0FB044FB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9159f6c9b450a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E2A43353-4BEE-48B3-843F-4065506D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DEC44F93-F84A-4EA1-8324-5561CD89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現場概要と人工の予定・実績を確認します。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D7A0615-5BF8-40F7-9C5F-F37DEA27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8282702A-F914-48B7-BE87-89BE9C2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現場名、所在地、工期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人工の予定数・実績数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CF0F313F-8519-48DD-97BA-D0D438B5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6A84983F-859B-4369-BBB7-E766198F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左メニュー：各予定・実績・配置・帳票ページへ移動します。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重要なお知らせ：通知内容を確認する導線です。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4FFF96BF-7789-44F4-83E6-2424A981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96844101-883E-448F-BC77-E4A5964C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7653366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E7D41F56-6E22-482F-BBF7-02F7927D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作業予定一覧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94D7C026-2EEC-41DC-BE46-B622580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9EE810C8-410F-4D95-B310-51BFC08A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8e9d5e1604335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B71ED6C-B297-4FA3-8988-5E3DBC5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64E03EE-CD25-4A58-A51D-F1C7D8A4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日ごとの作業予定と安全指示を確認します。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37CAA9C-F89F-47D3-9D52-1D6CC440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B891CAF-7E81-494E-BA0E-76F9D3A1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日付、会社名、作業内容、作業場所、人数、安全指示、承認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キーワード・日付検索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28E4B18F-CEEC-4DFC-BBB6-5A501294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EC7853B-F9E3-40F4-BF69-54F0DF46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検索：会社名や日付で予定を絞り込みます。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検索条件クリア：条件を初期化します。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承認欄：予定の承認状態を確認する想定です。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29300089-3930-4B82-A857-160C9C21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1ED3AF99-E5B8-4404-AD43-2C29FDA0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938890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B3A99631-F698-4A3D-AE2B-41C601D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他社予定確認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19AADBDB-2943-46BF-9427-E9A26CA5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E8D44C46-EB35-4F4A-AF49-46BC895E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d88e1357743f3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4E93998-2A2E-41A7-8779-023F976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024BA145-B4DB-4DBC-889B-891D5EB1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同一現場で作業する他社の予定を確認します。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744AC28-E2FF-4C4B-AFEE-A5DDD57F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49F7D6E-8D1E-40D5-8082-A8211979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会社名、作業内容、作業場所、人数、重機・機材、確認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会社横断の予定一覧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D5506AA9-EBD3-4AC7-AB7B-D2992F0D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F67E91F5-5587-4589-9F6D-5ADEEB39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検索：会社名や作業条件で絞り込みます。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確認：他社予定の詳細を開く想定です。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476842A3-729E-4F7C-AF73-C0E30B3C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79900839-C5F9-4874-94C7-651915A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621822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A02142E0-A1BA-4C19-93E6-B84A22A3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作業実績一覧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D2E7CA5E-90C6-4B86-83A4-D7BEA4B7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BD8CE36-6F9C-4AC0-B92B-C23572D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de551294d42e4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4D1DD454-931D-497E-BE67-77B0EE9D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4E19B0BA-693E-4635-B5D3-165956B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予定に対する実績人数と作業内容を確認します。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6662652-F9FF-41F5-9F1E-7E399EA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375F2AFE-426D-4453-B214-9DE53127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日付、会社名、作業内容、予定人数、実績人数、操作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日別・会社別の実績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AA431780-30CE-422B-9EFC-007B3AEB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EF7FCFB1-1686-457D-83D7-EE48DA68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検索：日付や会社名で絞り込みます。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操作：実績詳細の確認・編集を行う想定です。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7FC05CB6-5C34-48AF-94D1-E52C279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C6878E85-E97E-4FF2-8EA4-22172A92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25340434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4930E626-E37E-4BC5-817D-EA306E14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入場人数との差異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D71B557A-349A-469B-BDE7-20B9F007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11E3047-9584-4857-A610-DE054127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a3fbe116a415d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165AD2E2-6B48-4BE5-8D09-E728A8D7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1E4EAA42-CF33-4590-83EA-88BAA00C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予定人数と実際の入場人数の差を確認します。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26A52DD-83AE-4948-8B06-D3761B78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F25FB7D-A802-4E97-BC7F-3D6EBD1A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会社名、予定人数、入場人数、差異、確認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差異がある会社の一覧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AB19666-3CB5-45CE-B55C-60E23D1E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432066D4-7C70-4561-86D1-562609D8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検索：会社名や日付で対象を絞り込みます。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確認：差異の内訳を開く想定です。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4764740-035B-4B40-B0DE-F779BEB7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0773D05B-C12E-4F17-8FC0-2DFE3C0A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054926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E01F5DA9-C8FC-4A0E-A25D-DBECFF0D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ゲート予定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E7D7108F-B1BD-4F51-882B-9F6A7A3A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11284AF-EDC0-45AD-A9CB-7EA2DF5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e5cf4216d49a7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07B39C62-8397-4240-8A6A-A5C4481E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8ECB6AF8-ABB3-4AE2-98B2-1C9AFD9B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ゲートを使用する搬入・車両予定を時間帯別に確認します。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D25AB9B-9A40-4EBC-970A-7ABBA84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502D432-FB06-45C0-96B1-9BC15371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時間、ゲート、搬入会社、車両、搬入物、誘導員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ゲートごとの利用予定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D954771D-FE2D-4454-8EA8-A52DDB6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BEC70FD5-2054-4FD2-AB1A-BAF34ABB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検索：日付や会社名で予定を絞り込みます。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行の操作：ゲート予定の詳細を確認する想定です。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FBB95EA6-AAAB-4C45-A7F7-9B95335D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B4116442-955C-43BF-9480-D4363BB9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50329964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EDDDB865-85E3-40C4-A42A-ACB2D62B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揚重機予定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89F743D1-A90B-4880-B7D3-FA93152C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DD3723E-2C67-445F-998B-9B5DDF8C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65d1029d04875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BFA837C8-134D-4BD7-9089-833210E0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411279A6-669A-403E-9296-EAAD3345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クレーンなど揚重機の利用予定を確認します。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9CBF0FE-AE38-4A91-AC31-F741E9C4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E0FD6BE5-222B-46F2-AEC0-EE5CAF75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時間、揚重機、使用会社、作業内容、場所、状態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時間帯別の利用予定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7505AE57-90EB-4504-87E4-D1031CA4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1C3F7F86-0E0A-4220-8092-3B5AEF34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検索：日付・会社・揚重機で絞り込みます。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状態欄：予約や確認状況を確認します。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7F723C3-93B1-4A26-9E4D-5FF37DD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698FAEDD-191D-4D43-B9F8-DE389621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92126650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8AAF6700-5425-44A3-B90C-B466D36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機材予定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1B8E787D-2F3E-4105-B7AF-6E6456A5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B14908B-4D1A-46A5-A8E5-66F69CD9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53ebc64a941cb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BEE13C4-4A7B-404A-8A8A-E5BDE5DE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083DC6A0-E009-4DC3-9983-03672BC2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共用機材の利用予定と用途を確認します。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F99512B3-50B5-48A1-9C96-DE66B648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A94247E-4E06-492B-A92C-486B10A4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時間、機材、使用会社、用途、場所、状態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機材ごとの予約状況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E4E334A5-55C3-40D8-BAD1-556A0760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D5DA63CB-A519-4008-A31B-8FE8ECC7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検索：日付・会社・機材で絞り込みます。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状態欄：利用予定の確定状態を確認します。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EE651151-C6D6-4C14-8971-C1C66841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F3C6FF73-7C14-4962-89B1-61D609B8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55992424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7034FFDA-E3B5-40D2-A3F4-FFA9D218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現場配置計画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A40FCD67-4D5C-4AD9-931C-222CAB18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FF1C68E4-A797-4939-AFA8-3753B952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d84fc5d7143e4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3D160EC-A762-469C-9216-3DE5EC2D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489321CD-478D-4487-A0F3-FF20C25D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図面上で重機・資材・立入禁止区域を配置します。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2D39727-A233-4462-B54D-0523916C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DE8E147-B9D0-4A99-9112-63C8D24B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配置計画図の表示領域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重機・資材・禁止区域の説明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4508CF82-6FE2-4D3D-BBB4-DA739092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CCB644F6-A774-421C-A849-72F66996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編集：配置計画の編集確認画面を開きます。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左メニュー：他の調整会議機能へ移動します。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0B925CEE-9136-493A-8B1C-C1093EA8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59789F25-DEC4-409C-8B14-0B7555FE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12796547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E3982E18-39E1-4EE8-AC5D-C859780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巡回記録／各種連絡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76CCB2E8-0D22-4DB2-B1A4-FFAB2B2D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89EB6B6-BD72-475A-BB24-71925D87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dc0d4dd9b4fd1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037FDA7F-B534-427C-8E9B-5FB87C85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EADCF73-48CA-4545-A465-CBA7BD24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巡回記録と現場内連絡を一覧で確認します。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9629BD8-8992-49D2-9EC3-FAB3BC3F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CF1C897-6080-4B35-A771-71DFE454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種別、日時、件名、登録者、状態、確認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巡回・連絡事項の一覧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6CE68454-DC4C-466D-9516-7AA12209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25ACB139-B33B-489E-BAC3-61C782F4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検索：日付・種別・キーワードで絞り込みます。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確認：記録や連絡の詳細を開く想定です。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E82F79D-E7BA-4EF5-8F7A-C911E5DA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CEABC126-2A15-447B-8E21-FDA8130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9449623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35820551-E281-4CA5-8936-D047C601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帳票印刷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E8B2D3B3-8FDC-4E57-977C-8B127B7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28D7572-4ACA-4348-BF13-12243339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f3ac1366b4c6a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AECCDAEA-CB97-4E54-91E6-ED3E595C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AEEB3678-F9FB-4E56-812D-E412FD4C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調整会議で利用する帳票を選択して出力します。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AD51DA5-94E4-4E8E-AE26-446F7C0B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A5AF4F9D-C4EA-4CD1-998E-15A7FC3B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帳票名、対象日、更新日時、作成者、出力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出力可能な帳票一覧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DD81353-11E7-4C09-8A46-0704FC44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B4156CE5-A272-4F87-A312-147AE3D9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検索：帳票名や対象日で絞り込みます。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出力：選択帳票の作成・ダウンロードを行う想定です。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347AB337-8F8E-4512-8C0A-15D20FD2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4DC58AA8-0D79-4EB3-8192-F1FDC774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40028084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3B968C5F-81FC-4DE4-BB95-0EBCAE5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共通メニュー（調整会議）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AE7CA703-4EE4-429B-B356-7585FCC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295D066-616E-4D3D-AF14-F0391CE4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9179236df48ca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6192E11D-D9AE-4A55-A2F3-D99130BB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8F639FF-B00D-424F-8E22-50FC1E93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調整会議から共通機能へ移動します。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DE687C3-9182-4506-BC2E-01EBDC4D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F6A4A913-E9F1-4A6A-937B-3B411D3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現場掲示板カード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共通機能の説明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84BB3362-0E88-407B-BB72-304A3A8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CC2A18B7-BBEF-4F1A-8BD8-938D5DA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現場掲示板カード：掲示板ページを開きます。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左メニュー：調整会議の各ページへ移動します。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FB44253-025D-462C-8B36-846EDFB3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9D3341F8-35B4-4070-8CCC-A23642D7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398670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7552877B-E057-44BE-9AE0-31F4FC8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現場掲示板（調整会議）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FAEA77DD-9A2E-47F4-933E-3C7CA7FC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D5E4D1DB-DFB2-4AC5-B52E-06085CF0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71247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e0746d7c64ecb"/>
          <a:stretch xmlns:a="http://schemas.openxmlformats.org/drawingml/2006/main"/>
        </p:blipFill>
        <p:spPr>
          <a:xfrm xmlns:a="http://schemas.openxmlformats.org/drawingml/2006/main">
            <a:off x="592243" y="1200150"/>
            <a:ext cx="6854613" cy="4819650"/>
          </a:xfrm>
          <a:prstGeom xmlns:a="http://schemas.openxmlformats.org/drawingml/2006/main" prst="rect">
            <a:avLst/>
          </a:prstGeom>
        </p:spPr>
      </p:pic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2ADC997-F35E-4346-8861-9A7332A7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6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画面の目的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A30BD44C-1A90-47F8-B181-DDAC0613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調整会議画面から現場のお知らせを確認します。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645A2FDD-A722-4619-BD14-48B5FBA2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主な表示項目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8EB908A-D806-4ABC-B6A3-25143C42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掲載期間、タイトル、投稿者、添付、操作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— 掲示中のお知らせ一覧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1C4C640-6F88-4D8B-A5C5-3A1B75C1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操作と動作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54FD5A80-3AF0-4C19-8D23-B83EF50D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52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新規投稿：投稿作成画面を開きます。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— 確認：掲示内容を開きます。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67653666-ED55-44E9-973C-E928E56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調整会議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65CCFCB8-2772-49D3-BE1A-3ACF324B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42687809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方形/長方形 17">
            <a:extLst xmlns:a="http://schemas.openxmlformats.org/drawingml/2006/main">
              <a:ext uri="{FF2B5EF4-FFF2-40B4-BE49-F238E27FC236}">
                <a16:creationId xmlns:a16="http://schemas.microsoft.com/office/drawing/2014/main" id="{6900A3FB-0028-4FB9-806F-0CC89A9C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次の設計レビューで決めること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88B87B13-187F-4AB8-ADC3-8EE2807C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各ページを見ながら、以下の観点をPowerPointへ直接追記してください。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EBAE7FF-CBDE-49C6-AD3A-BF7EFC06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残す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98F126F8-188E-4AA2-B36B-4FAD3887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526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現在の業務で必須の項目・ボタン・遷移</a:t>
            </a:r>
          </a:p>
        </p:txBody>
      </p:sp>
      <p:sp>
        <p:nvSpPr>
          <p:cNvPr id="5" name="直線コネクタ 4">
            <a:extLst xmlns:a="http://schemas.openxmlformats.org/drawingml/2006/main">
              <a:ext uri="{FF2B5EF4-FFF2-40B4-BE49-F238E27FC236}">
                <a16:creationId xmlns:a16="http://schemas.microsoft.com/office/drawing/2014/main" id="{4844415E-1F59-42CF-AF73-7F6DCF2A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BC7267DB-FDB5-46C1-93C5-FD05847D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削る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96EC972-2DAD-417D-857E-494D1CA2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051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使わない項目、重複した機能、説明不足の導線</a:t>
            </a:r>
          </a:p>
        </p:txBody>
      </p:sp>
      <p:sp>
        <p:nvSpPr>
          <p:cNvPr id="8" name="直線コネクタ 7">
            <a:extLst xmlns:a="http://schemas.openxmlformats.org/drawingml/2006/main">
              <a:ext uri="{FF2B5EF4-FFF2-40B4-BE49-F238E27FC236}">
                <a16:creationId xmlns:a16="http://schemas.microsoft.com/office/drawing/2014/main" id="{0CF82CA3-02A4-491F-9DB4-BED19737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956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6F5FF0D9-8296-4FAA-BA45-2F42C553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追加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B74A2463-040F-4E16-998D-67CD2A0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576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新しい業務項目、権限、検索条件、出力形式</a:t>
            </a:r>
          </a:p>
        </p:txBody>
      </p:sp>
      <p:sp>
        <p:nvSpPr>
          <p:cNvPr id="11" name="直線コネクタ 10">
            <a:extLst xmlns:a="http://schemas.openxmlformats.org/drawingml/2006/main">
              <a:ext uri="{FF2B5EF4-FFF2-40B4-BE49-F238E27FC236}">
                <a16:creationId xmlns:a16="http://schemas.microsoft.com/office/drawing/2014/main" id="{5D58AD90-265A-4683-A98A-27854E04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E18B0664-4576-44BF-9C12-3E4B36F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81FF"/>
                </a:solidFill>
                <a:latin typeface="Helvetica Neue"/>
                <a:ea typeface="Helvetica Neue"/>
                <a:cs typeface="Helvetica Neue"/>
              </a:rPr>
              <a:t>変更</a:t>
            </a:r>
          </a:p>
        </p:txBody>
      </p:sp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4E8FFF6A-0643-4FF6-B484-AEB85322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項目名、並び順、初期表示、操作後の結果</a:t>
            </a:r>
          </a:p>
        </p:txBody>
      </p:sp>
      <p:sp>
        <p:nvSpPr>
          <p:cNvPr id="14" name="直線コネクタ 13">
            <a:extLst xmlns:a="http://schemas.openxmlformats.org/drawingml/2006/main">
              <a:ext uri="{FF2B5EF4-FFF2-40B4-BE49-F238E27FC236}">
                <a16:creationId xmlns:a16="http://schemas.microsoft.com/office/drawing/2014/main" id="{F05C25A4-BA42-448F-A8B2-E75408B9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正方形/長方形 14">
            <a:extLst xmlns:a="http://schemas.openxmlformats.org/drawingml/2006/main">
              <a:ext uri="{FF2B5EF4-FFF2-40B4-BE49-F238E27FC236}">
                <a16:creationId xmlns:a16="http://schemas.microsoft.com/office/drawing/2014/main" id="{FE0B774B-6EB1-46AC-8125-1E136916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レビュー結果を反映した次版では、画面ごとの要件定義書・実装優先度へ展開できます。</a:t>
            </a:r>
          </a:p>
        </p:txBody>
      </p:sp>
      <p:sp>
        <p:nvSpPr>
          <p:cNvPr id="16" name="正方形/長方形 15">
            <a:extLst xmlns:a="http://schemas.openxmlformats.org/drawingml/2006/main">
              <a:ext uri="{FF2B5EF4-FFF2-40B4-BE49-F238E27FC236}">
                <a16:creationId xmlns:a16="http://schemas.microsoft.com/office/drawing/2014/main" id="{CE030577-1279-48AA-8A74-5DCE72F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レビュー</a:t>
            </a:r>
          </a:p>
        </p:txBody>
      </p:sp>
      <p:sp>
        <p:nvSpPr>
          <p:cNvPr id="17" name="正方形/長方形 16">
            <a:extLst xmlns:a="http://schemas.openxmlformats.org/drawingml/2006/main">
              <a:ext uri="{FF2B5EF4-FFF2-40B4-BE49-F238E27FC236}">
                <a16:creationId xmlns:a16="http://schemas.microsoft.com/office/drawing/2014/main" id="{E86C429D-2984-49CB-8B06-C994EC3F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6975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160671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2026-08-19T09:38:58.2520000Z</dcterms:created>
  <dcterms:modified xsi:type="dcterms:W3CDTF">2026-08-19T09:38:58.2520000Z</dcterms:modified>
</coreProperties>
</file>