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76f44a3d4643b9" /><Relationship Type="http://schemas.openxmlformats.org/officeDocument/2006/relationships/extended-properties" Target="/docProps/app.xml" Id="Re1b85ae14d574e8a" /><Relationship Type="http://schemas.openxmlformats.org/officeDocument/2006/relationships/officeDocument" Target="/ppt/presentation.xml" Id="R91be087e5e5946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0a21c9a04b4cfd"/>
  </p:sldMasterIdLst>
  <p:notesMasterIdLst>
    <p:notesMasterId xmlns:r="http://schemas.openxmlformats.org/officeDocument/2006/relationships" r:id="R8338e367ee4b4da4"/>
  </p:notesMasterIdLst>
  <p:sldIdLst>
    <p:sldId xmlns:r="http://schemas.openxmlformats.org/officeDocument/2006/relationships" id="256" r:id="Ra879747cea0b42c7"/>
    <p:sldId xmlns:r="http://schemas.openxmlformats.org/officeDocument/2006/relationships" id="257" r:id="R1a7134f979224209"/>
    <p:sldId xmlns:r="http://schemas.openxmlformats.org/officeDocument/2006/relationships" id="258" r:id="R77b8e0b221924c84"/>
    <p:sldId xmlns:r="http://schemas.openxmlformats.org/officeDocument/2006/relationships" id="259" r:id="R33214ba2791e4cbf"/>
    <p:sldId xmlns:r="http://schemas.openxmlformats.org/officeDocument/2006/relationships" id="260" r:id="Rab1ba2a2d927496b"/>
    <p:sldId xmlns:r="http://schemas.openxmlformats.org/officeDocument/2006/relationships" id="261" r:id="R172e24eb45804647"/>
    <p:sldId xmlns:r="http://schemas.openxmlformats.org/officeDocument/2006/relationships" id="262" r:id="Re1a9e8a9d0ae4a8d"/>
    <p:sldId xmlns:r="http://schemas.openxmlformats.org/officeDocument/2006/relationships" id="263" r:id="R19a2ee2284e94832"/>
    <p:sldId xmlns:r="http://schemas.openxmlformats.org/officeDocument/2006/relationships" id="264" r:id="Re528ffbfd9464796"/>
    <p:sldId xmlns:r="http://schemas.openxmlformats.org/officeDocument/2006/relationships" id="265" r:id="Rfd300df1d52c4c1f"/>
    <p:sldId xmlns:r="http://schemas.openxmlformats.org/officeDocument/2006/relationships" id="266" r:id="R3ef108a17c7c4074"/>
    <p:sldId xmlns:r="http://schemas.openxmlformats.org/officeDocument/2006/relationships" id="267" r:id="R1513b8d592884413"/>
    <p:sldId xmlns:r="http://schemas.openxmlformats.org/officeDocument/2006/relationships" id="268" r:id="R2eefffbc1c814d31"/>
    <p:sldId xmlns:r="http://schemas.openxmlformats.org/officeDocument/2006/relationships" id="269" r:id="Re9c9627e9cb2485b"/>
    <p:sldId xmlns:r="http://schemas.openxmlformats.org/officeDocument/2006/relationships" id="270" r:id="R124dd47b9f9e443b"/>
    <p:sldId xmlns:r="http://schemas.openxmlformats.org/officeDocument/2006/relationships" id="271" r:id="R754d70a272df43c7"/>
    <p:sldId xmlns:r="http://schemas.openxmlformats.org/officeDocument/2006/relationships" id="272" r:id="R5964603b99b142f9"/>
    <p:sldId xmlns:r="http://schemas.openxmlformats.org/officeDocument/2006/relationships" id="273" r:id="Ra809911456454e5a"/>
    <p:sldId xmlns:r="http://schemas.openxmlformats.org/officeDocument/2006/relationships" id="274" r:id="R773cfd6906634c5f"/>
    <p:sldId xmlns:r="http://schemas.openxmlformats.org/officeDocument/2006/relationships" id="275" r:id="R99d1e7a1219645e3"/>
    <p:sldId xmlns:r="http://schemas.openxmlformats.org/officeDocument/2006/relationships" id="276" r:id="R744cd6b29c044614"/>
    <p:sldId xmlns:r="http://schemas.openxmlformats.org/officeDocument/2006/relationships" id="277" r:id="R4f159e2fb7454586"/>
    <p:sldId xmlns:r="http://schemas.openxmlformats.org/officeDocument/2006/relationships" id="278" r:id="R3a650ec68213483f"/>
    <p:sldId xmlns:r="http://schemas.openxmlformats.org/officeDocument/2006/relationships" id="279" r:id="Reb5cb70408094566"/>
    <p:sldId xmlns:r="http://schemas.openxmlformats.org/officeDocument/2006/relationships" id="280" r:id="R920f653cd808446a"/>
    <p:sldId xmlns:r="http://schemas.openxmlformats.org/officeDocument/2006/relationships" id="281" r:id="R05e68b9bd44b4ba5"/>
    <p:sldId xmlns:r="http://schemas.openxmlformats.org/officeDocument/2006/relationships" id="282" r:id="R3c7c5a4ea20e4464"/>
    <p:sldId xmlns:r="http://schemas.openxmlformats.org/officeDocument/2006/relationships" id="283" r:id="Rad742ce429864add"/>
    <p:sldId xmlns:r="http://schemas.openxmlformats.org/officeDocument/2006/relationships" id="284" r:id="Rbffa397bf9d543be"/>
    <p:sldId xmlns:r="http://schemas.openxmlformats.org/officeDocument/2006/relationships" id="285" r:id="Rbdeb038130ea48bb"/>
    <p:sldId xmlns:r="http://schemas.openxmlformats.org/officeDocument/2006/relationships" id="286" r:id="R83407d2d8f4544b1"/>
    <p:sldId xmlns:r="http://schemas.openxmlformats.org/officeDocument/2006/relationships" id="287" r:id="R2f20424995a94478"/>
    <p:sldId xmlns:r="http://schemas.openxmlformats.org/officeDocument/2006/relationships" id="288" r:id="Re09ade0c57a0464b"/>
    <p:sldId xmlns:r="http://schemas.openxmlformats.org/officeDocument/2006/relationships" id="289" r:id="R5d6db7d9407a4682"/>
    <p:sldId xmlns:r="http://schemas.openxmlformats.org/officeDocument/2006/relationships" id="290" r:id="R8ea60386a0ef4b45"/>
    <p:sldId xmlns:r="http://schemas.openxmlformats.org/officeDocument/2006/relationships" id="291" r:id="R2dcf8c74cb0e4477"/>
    <p:sldId xmlns:r="http://schemas.openxmlformats.org/officeDocument/2006/relationships" id="292" r:id="Rddaf1eb995c64ebc"/>
    <p:sldId xmlns:r="http://schemas.openxmlformats.org/officeDocument/2006/relationships" id="293" r:id="R3ea46385b0714890"/>
    <p:sldId xmlns:r="http://schemas.openxmlformats.org/officeDocument/2006/relationships" id="294" r:id="Rc5db584269a847e7"/>
    <p:sldId xmlns:r="http://schemas.openxmlformats.org/officeDocument/2006/relationships" id="295" r:id="R4d60fb24abbe4d08"/>
    <p:sldId xmlns:r="http://schemas.openxmlformats.org/officeDocument/2006/relationships" id="296" r:id="Rdef56b826e4b4093"/>
    <p:sldId xmlns:r="http://schemas.openxmlformats.org/officeDocument/2006/relationships" id="297" r:id="R666e8520f1e048f7"/>
    <p:sldId xmlns:r="http://schemas.openxmlformats.org/officeDocument/2006/relationships" id="298" r:id="Rd45566fca7024798"/>
    <p:sldId xmlns:r="http://schemas.openxmlformats.org/officeDocument/2006/relationships" id="299" r:id="R3ab66340fcee4b43"/>
    <p:sldId xmlns:r="http://schemas.openxmlformats.org/officeDocument/2006/relationships" id="300" r:id="R315b391bcc464aa0"/>
    <p:sldId xmlns:r="http://schemas.openxmlformats.org/officeDocument/2006/relationships" id="301" r:id="R81b3531439564e6c"/>
    <p:sldId xmlns:r="http://schemas.openxmlformats.org/officeDocument/2006/relationships" id="302" r:id="R6699a9e5b7664790"/>
    <p:sldId xmlns:r="http://schemas.openxmlformats.org/officeDocument/2006/relationships" id="303" r:id="R54640d4c3caa4bcc"/>
    <p:sldId xmlns:r="http://schemas.openxmlformats.org/officeDocument/2006/relationships" id="304" r:id="R04cbfec0b4ea433c"/>
    <p:sldId xmlns:r="http://schemas.openxmlformats.org/officeDocument/2006/relationships" id="305" r:id="R91c3467ed6694a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355a304bf046c4" /><Relationship Type="http://schemas.openxmlformats.org/officeDocument/2006/relationships/slideMaster" Target="/ppt/slideMasters/slideMaster1.xml" Id="Ra10a21c9a04b4cfd" /><Relationship Type="http://schemas.openxmlformats.org/officeDocument/2006/relationships/notesMaster" Target="/ppt/notesMasters/notesMaster1.xml" Id="R8338e367ee4b4da4" /><Relationship Type="http://schemas.openxmlformats.org/officeDocument/2006/relationships/presProps" Target="/ppt/presProps.xml" Id="R2906e6a7e4294683" /><Relationship Type="http://schemas.openxmlformats.org/officeDocument/2006/relationships/tableStyles" Target="/ppt/tableStyles.xml" Id="Rb50e0c8e6dbe4711" /><Relationship Type="http://schemas.openxmlformats.org/officeDocument/2006/relationships/slide" Target="/ppt/slides/slide1.xml" Id="Ra879747cea0b42c7" /><Relationship Type="http://schemas.openxmlformats.org/officeDocument/2006/relationships/slide" Target="/ppt/slides/slide2.xml" Id="R1a7134f979224209" /><Relationship Type="http://schemas.openxmlformats.org/officeDocument/2006/relationships/slide" Target="/ppt/slides/slide3.xml" Id="R77b8e0b221924c84" /><Relationship Type="http://schemas.openxmlformats.org/officeDocument/2006/relationships/slide" Target="/ppt/slides/slide4.xml" Id="R33214ba2791e4cbf" /><Relationship Type="http://schemas.openxmlformats.org/officeDocument/2006/relationships/slide" Target="/ppt/slides/slide5.xml" Id="Rab1ba2a2d927496b" /><Relationship Type="http://schemas.openxmlformats.org/officeDocument/2006/relationships/slide" Target="/ppt/slides/slide6.xml" Id="R172e24eb45804647" /><Relationship Type="http://schemas.openxmlformats.org/officeDocument/2006/relationships/slide" Target="/ppt/slides/slide7.xml" Id="Re1a9e8a9d0ae4a8d" /><Relationship Type="http://schemas.openxmlformats.org/officeDocument/2006/relationships/slide" Target="/ppt/slides/slide8.xml" Id="R19a2ee2284e94832" /><Relationship Type="http://schemas.openxmlformats.org/officeDocument/2006/relationships/slide" Target="/ppt/slides/slide9.xml" Id="Re528ffbfd9464796" /><Relationship Type="http://schemas.openxmlformats.org/officeDocument/2006/relationships/slide" Target="/ppt/slides/slide10.xml" Id="Rfd300df1d52c4c1f" /><Relationship Type="http://schemas.openxmlformats.org/officeDocument/2006/relationships/slide" Target="/ppt/slides/slide11.xml" Id="R3ef108a17c7c4074" /><Relationship Type="http://schemas.openxmlformats.org/officeDocument/2006/relationships/slide" Target="/ppt/slides/slide12.xml" Id="R1513b8d592884413" /><Relationship Type="http://schemas.openxmlformats.org/officeDocument/2006/relationships/slide" Target="/ppt/slides/slide13.xml" Id="R2eefffbc1c814d31" /><Relationship Type="http://schemas.openxmlformats.org/officeDocument/2006/relationships/slide" Target="/ppt/slides/slide14.xml" Id="Re9c9627e9cb2485b" /><Relationship Type="http://schemas.openxmlformats.org/officeDocument/2006/relationships/slide" Target="/ppt/slides/slide15.xml" Id="R124dd47b9f9e443b" /><Relationship Type="http://schemas.openxmlformats.org/officeDocument/2006/relationships/slide" Target="/ppt/slides/slide16.xml" Id="R754d70a272df43c7" /><Relationship Type="http://schemas.openxmlformats.org/officeDocument/2006/relationships/slide" Target="/ppt/slides/slide17.xml" Id="R5964603b99b142f9" /><Relationship Type="http://schemas.openxmlformats.org/officeDocument/2006/relationships/slide" Target="/ppt/slides/slide18.xml" Id="Ra809911456454e5a" /><Relationship Type="http://schemas.openxmlformats.org/officeDocument/2006/relationships/slide" Target="/ppt/slides/slide19.xml" Id="R773cfd6906634c5f" /><Relationship Type="http://schemas.openxmlformats.org/officeDocument/2006/relationships/slide" Target="/ppt/slides/slide20.xml" Id="R99d1e7a1219645e3" /><Relationship Type="http://schemas.openxmlformats.org/officeDocument/2006/relationships/slide" Target="/ppt/slides/slide21.xml" Id="R744cd6b29c044614" /><Relationship Type="http://schemas.openxmlformats.org/officeDocument/2006/relationships/slide" Target="/ppt/slides/slide22.xml" Id="R4f159e2fb7454586" /><Relationship Type="http://schemas.openxmlformats.org/officeDocument/2006/relationships/slide" Target="/ppt/slides/slide23.xml" Id="R3a650ec68213483f" /><Relationship Type="http://schemas.openxmlformats.org/officeDocument/2006/relationships/slide" Target="/ppt/slides/slide24.xml" Id="Reb5cb70408094566" /><Relationship Type="http://schemas.openxmlformats.org/officeDocument/2006/relationships/slide" Target="/ppt/slides/slide25.xml" Id="R920f653cd808446a" /><Relationship Type="http://schemas.openxmlformats.org/officeDocument/2006/relationships/slide" Target="/ppt/slides/slide26.xml" Id="R05e68b9bd44b4ba5" /><Relationship Type="http://schemas.openxmlformats.org/officeDocument/2006/relationships/slide" Target="/ppt/slides/slide27.xml" Id="R3c7c5a4ea20e4464" /><Relationship Type="http://schemas.openxmlformats.org/officeDocument/2006/relationships/slide" Target="/ppt/slides/slide28.xml" Id="Rad742ce429864add" /><Relationship Type="http://schemas.openxmlformats.org/officeDocument/2006/relationships/slide" Target="/ppt/slides/slide29.xml" Id="Rbffa397bf9d543be" /><Relationship Type="http://schemas.openxmlformats.org/officeDocument/2006/relationships/slide" Target="/ppt/slides/slide30.xml" Id="Rbdeb038130ea48bb" /><Relationship Type="http://schemas.openxmlformats.org/officeDocument/2006/relationships/slide" Target="/ppt/slides/slide31.xml" Id="R83407d2d8f4544b1" /><Relationship Type="http://schemas.openxmlformats.org/officeDocument/2006/relationships/slide" Target="/ppt/slides/slide32.xml" Id="R2f20424995a94478" /><Relationship Type="http://schemas.openxmlformats.org/officeDocument/2006/relationships/slide" Target="/ppt/slides/slide33.xml" Id="Re09ade0c57a0464b" /><Relationship Type="http://schemas.openxmlformats.org/officeDocument/2006/relationships/slide" Target="/ppt/slides/slide34.xml" Id="R5d6db7d9407a4682" /><Relationship Type="http://schemas.openxmlformats.org/officeDocument/2006/relationships/slide" Target="/ppt/slides/slide35.xml" Id="R8ea60386a0ef4b45" /><Relationship Type="http://schemas.openxmlformats.org/officeDocument/2006/relationships/slide" Target="/ppt/slides/slide36.xml" Id="R2dcf8c74cb0e4477" /><Relationship Type="http://schemas.openxmlformats.org/officeDocument/2006/relationships/slide" Target="/ppt/slides/slide37.xml" Id="Rddaf1eb995c64ebc" /><Relationship Type="http://schemas.openxmlformats.org/officeDocument/2006/relationships/slide" Target="/ppt/slides/slide38.xml" Id="R3ea46385b0714890" /><Relationship Type="http://schemas.openxmlformats.org/officeDocument/2006/relationships/slide" Target="/ppt/slides/slide39.xml" Id="Rc5db584269a847e7" /><Relationship Type="http://schemas.openxmlformats.org/officeDocument/2006/relationships/slide" Target="/ppt/slides/slide40.xml" Id="R4d60fb24abbe4d08" /><Relationship Type="http://schemas.openxmlformats.org/officeDocument/2006/relationships/slide" Target="/ppt/slides/slide41.xml" Id="Rdef56b826e4b4093" /><Relationship Type="http://schemas.openxmlformats.org/officeDocument/2006/relationships/slide" Target="/ppt/slides/slide42.xml" Id="R666e8520f1e048f7" /><Relationship Type="http://schemas.openxmlformats.org/officeDocument/2006/relationships/slide" Target="/ppt/slides/slide43.xml" Id="Rd45566fca7024798" /><Relationship Type="http://schemas.openxmlformats.org/officeDocument/2006/relationships/slide" Target="/ppt/slides/slide44.xml" Id="R3ab66340fcee4b43" /><Relationship Type="http://schemas.openxmlformats.org/officeDocument/2006/relationships/slide" Target="/ppt/slides/slide45.xml" Id="R315b391bcc464aa0" /><Relationship Type="http://schemas.openxmlformats.org/officeDocument/2006/relationships/slide" Target="/ppt/slides/slide46.xml" Id="R81b3531439564e6c" /><Relationship Type="http://schemas.openxmlformats.org/officeDocument/2006/relationships/slide" Target="/ppt/slides/slide47.xml" Id="R6699a9e5b7664790" /><Relationship Type="http://schemas.openxmlformats.org/officeDocument/2006/relationships/slide" Target="/ppt/slides/slide48.xml" Id="R54640d4c3caa4bcc" /><Relationship Type="http://schemas.openxmlformats.org/officeDocument/2006/relationships/slide" Target="/ppt/slides/slide49.xml" Id="R04cbfec0b4ea433c" /><Relationship Type="http://schemas.openxmlformats.org/officeDocument/2006/relationships/slide" Target="/ppt/slides/slide50.xml" Id="R91c3467ed6694a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f8fd42564b49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e445da4adb48d8" /><Relationship Type="http://schemas.openxmlformats.org/officeDocument/2006/relationships/notesMaster" Target="/ppt/notesMasters/notesMaster1.xml" Id="R1895e606ba9243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e0ca13becc451f" /><Relationship Type="http://schemas.openxmlformats.org/officeDocument/2006/relationships/notesMaster" Target="/ppt/notesMasters/notesMaster1.xml" Id="Rd920c252a73540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791bd172064464" /><Relationship Type="http://schemas.openxmlformats.org/officeDocument/2006/relationships/notesMaster" Target="/ppt/notesMasters/notesMaster1.xml" Id="Rdbff4fd2311747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cb31ad0ed9467d" /><Relationship Type="http://schemas.openxmlformats.org/officeDocument/2006/relationships/notesMaster" Target="/ppt/notesMasters/notesMaster1.xml" Id="R94351d7845a74f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b0de53818b4186" /><Relationship Type="http://schemas.openxmlformats.org/officeDocument/2006/relationships/notesMaster" Target="/ppt/notesMasters/notesMaster1.xml" Id="Rc43019812eb542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3f5333c4944c90" /><Relationship Type="http://schemas.openxmlformats.org/officeDocument/2006/relationships/notesMaster" Target="/ppt/notesMasters/notesMaster1.xml" Id="Rd9f71792f23c49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657d03ed604ebe" /><Relationship Type="http://schemas.openxmlformats.org/officeDocument/2006/relationships/notesMaster" Target="/ppt/notesMasters/notesMaster1.xml" Id="Rc549a1a3647d42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eb3117623549d3" /><Relationship Type="http://schemas.openxmlformats.org/officeDocument/2006/relationships/notesMaster" Target="/ppt/notesMasters/notesMaster1.xml" Id="Rcf02d0ef62d849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abbd7387e441c6" /><Relationship Type="http://schemas.openxmlformats.org/officeDocument/2006/relationships/notesMaster" Target="/ppt/notesMasters/notesMaster1.xml" Id="Ra58a578c5b2049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0d4babcfc14f77" /><Relationship Type="http://schemas.openxmlformats.org/officeDocument/2006/relationships/notesMaster" Target="/ppt/notesMasters/notesMaster1.xml" Id="R336ff92cf08f4b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ada8a187424e4b" /><Relationship Type="http://schemas.openxmlformats.org/officeDocument/2006/relationships/notesMaster" Target="/ppt/notesMasters/notesMaster1.xml" Id="R7c5d88e47e4848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52cadcbac541f4" /><Relationship Type="http://schemas.openxmlformats.org/officeDocument/2006/relationships/notesMaster" Target="/ppt/notesMasters/notesMaster1.xml" Id="Ra1a1d5318b5246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24943bd4274df4" /><Relationship Type="http://schemas.openxmlformats.org/officeDocument/2006/relationships/notesMaster" Target="/ppt/notesMasters/notesMaster1.xml" Id="Re4371c8f73bb43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88ef9dd8c84bd1" /><Relationship Type="http://schemas.openxmlformats.org/officeDocument/2006/relationships/notesMaster" Target="/ppt/notesMasters/notesMaster1.xml" Id="Refc00101b1d6483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1909181ee64923" /><Relationship Type="http://schemas.openxmlformats.org/officeDocument/2006/relationships/notesMaster" Target="/ppt/notesMasters/notesMaster1.xml" Id="R00edd93524de46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411e0b4a764e74" /><Relationship Type="http://schemas.openxmlformats.org/officeDocument/2006/relationships/notesMaster" Target="/ppt/notesMasters/notesMaster1.xml" Id="R61ccfe6bdbd248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7f0629c4234d75" /><Relationship Type="http://schemas.openxmlformats.org/officeDocument/2006/relationships/notesMaster" Target="/ppt/notesMasters/notesMaster1.xml" Id="R6cb61d493fd94b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aca714e675405b" /><Relationship Type="http://schemas.openxmlformats.org/officeDocument/2006/relationships/notesMaster" Target="/ppt/notesMasters/notesMaster1.xml" Id="R0460294a94144a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a38505657a423f" /><Relationship Type="http://schemas.openxmlformats.org/officeDocument/2006/relationships/notesMaster" Target="/ppt/notesMasters/notesMaster1.xml" Id="R5e805f5439364e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e5af8d94af4690" /><Relationship Type="http://schemas.openxmlformats.org/officeDocument/2006/relationships/notesMaster" Target="/ppt/notesMasters/notesMaster1.xml" Id="R29e8aa33db874f5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c9fa39fe7d74791" /><Relationship Type="http://schemas.openxmlformats.org/officeDocument/2006/relationships/notesMaster" Target="/ppt/notesMasters/notesMaster1.xml" Id="R53000d17358941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46f94ed82334999" /><Relationship Type="http://schemas.openxmlformats.org/officeDocument/2006/relationships/notesMaster" Target="/ppt/notesMasters/notesMaster1.xml" Id="Rb96f883d7b2d40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c19bfef8cb44dd" /><Relationship Type="http://schemas.openxmlformats.org/officeDocument/2006/relationships/notesMaster" Target="/ppt/notesMasters/notesMaster1.xml" Id="R53b9879dec4d42e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e5ed7b4de224efc" /><Relationship Type="http://schemas.openxmlformats.org/officeDocument/2006/relationships/notesMaster" Target="/ppt/notesMasters/notesMaster1.xml" Id="Re2dd6900b76a427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fd0c100e75746c8" /><Relationship Type="http://schemas.openxmlformats.org/officeDocument/2006/relationships/notesMaster" Target="/ppt/notesMasters/notesMaster1.xml" Id="R3ccb3b9d645d408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a57214988a945b2" /><Relationship Type="http://schemas.openxmlformats.org/officeDocument/2006/relationships/notesMaster" Target="/ppt/notesMasters/notesMaster1.xml" Id="Rad61d2a92623491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adad6ba02714c97" /><Relationship Type="http://schemas.openxmlformats.org/officeDocument/2006/relationships/notesMaster" Target="/ppt/notesMasters/notesMaster1.xml" Id="R33f48026c28246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1a8030eb9794b52" /><Relationship Type="http://schemas.openxmlformats.org/officeDocument/2006/relationships/notesMaster" Target="/ppt/notesMasters/notesMaster1.xml" Id="Rff9cc9a264464da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3142df428824951" /><Relationship Type="http://schemas.openxmlformats.org/officeDocument/2006/relationships/notesMaster" Target="/ppt/notesMasters/notesMaster1.xml" Id="Rc9ffba2a64eb44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1111cf3e4fa4de0" /><Relationship Type="http://schemas.openxmlformats.org/officeDocument/2006/relationships/notesMaster" Target="/ppt/notesMasters/notesMaster1.xml" Id="R9817ac12500842f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9c86f36e8464c8a" /><Relationship Type="http://schemas.openxmlformats.org/officeDocument/2006/relationships/notesMaster" Target="/ppt/notesMasters/notesMaster1.xml" Id="Rd75cd3596f0e48a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18cb8126a6c4bee" /><Relationship Type="http://schemas.openxmlformats.org/officeDocument/2006/relationships/notesMaster" Target="/ppt/notesMasters/notesMaster1.xml" Id="R8d25dddbffb8440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e7863a3cde94d47" /><Relationship Type="http://schemas.openxmlformats.org/officeDocument/2006/relationships/notesMaster" Target="/ppt/notesMasters/notesMaster1.xml" Id="Rfaab17bbe28a4c8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17be14542034cf2" /><Relationship Type="http://schemas.openxmlformats.org/officeDocument/2006/relationships/notesMaster" Target="/ppt/notesMasters/notesMaster1.xml" Id="Rf77eed44fd2d485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e14bc80da0449cb" /><Relationship Type="http://schemas.openxmlformats.org/officeDocument/2006/relationships/notesMaster" Target="/ppt/notesMasters/notesMaster1.xml" Id="Rb7b53d9cb2e0443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01f95e91d944465" /><Relationship Type="http://schemas.openxmlformats.org/officeDocument/2006/relationships/notesMaster" Target="/ppt/notesMasters/notesMaster1.xml" Id="Rc477826922f24a8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7a4231ac5ef4ac5" /><Relationship Type="http://schemas.openxmlformats.org/officeDocument/2006/relationships/notesMaster" Target="/ppt/notesMasters/notesMaster1.xml" Id="R14e5363b17b84c1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9643820d7ef4dbf" /><Relationship Type="http://schemas.openxmlformats.org/officeDocument/2006/relationships/notesMaster" Target="/ppt/notesMasters/notesMaster1.xml" Id="R55bd8e227df74e6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af9269ed306482c" /><Relationship Type="http://schemas.openxmlformats.org/officeDocument/2006/relationships/notesMaster" Target="/ppt/notesMasters/notesMaster1.xml" Id="R1629dc13e064499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a22c8fcaf8e4103" /><Relationship Type="http://schemas.openxmlformats.org/officeDocument/2006/relationships/notesMaster" Target="/ppt/notesMasters/notesMaster1.xml" Id="R0086adc77f3941a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c8ab932f2bf4647" /><Relationship Type="http://schemas.openxmlformats.org/officeDocument/2006/relationships/notesMaster" Target="/ppt/notesMasters/notesMaster1.xml" Id="R07ade24da1ec489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eaf666bba5a4499" /><Relationship Type="http://schemas.openxmlformats.org/officeDocument/2006/relationships/notesMaster" Target="/ppt/notesMasters/notesMaster1.xml" Id="Re511898c17a541d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5e6568e65af48a7" /><Relationship Type="http://schemas.openxmlformats.org/officeDocument/2006/relationships/notesMaster" Target="/ppt/notesMasters/notesMaster1.xml" Id="Re15a6f8ac44448e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677b06d5a054df8" /><Relationship Type="http://schemas.openxmlformats.org/officeDocument/2006/relationships/notesMaster" Target="/ppt/notesMasters/notesMaster1.xml" Id="R25748a9c3a8d423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06c351baca143a0" /><Relationship Type="http://schemas.openxmlformats.org/officeDocument/2006/relationships/notesMaster" Target="/ppt/notesMasters/notesMaster1.xml" Id="R853dc93a70a24c4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05dec7202504bb9" /><Relationship Type="http://schemas.openxmlformats.org/officeDocument/2006/relationships/notesMaster" Target="/ppt/notesMasters/notesMaster1.xml" Id="R776080606a6d45a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604b2f790574608" /><Relationship Type="http://schemas.openxmlformats.org/officeDocument/2006/relationships/notesMaster" Target="/ppt/notesMasters/notesMaster1.xml" Id="R8705b93af8bb420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f042570b3f94b08" /><Relationship Type="http://schemas.openxmlformats.org/officeDocument/2006/relationships/notesMaster" Target="/ppt/notesMasters/notesMaster1.xml" Id="R6f45346e369f4cb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a6c85985f274328" /><Relationship Type="http://schemas.openxmlformats.org/officeDocument/2006/relationships/notesMaster" Target="/ppt/notesMasters/notesMaster1.xml" Id="R53447e74bcc9409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7c75edd330a4cab" /><Relationship Type="http://schemas.openxmlformats.org/officeDocument/2006/relationships/notesMaster" Target="/ppt/notesMasters/notesMaster1.xml" Id="R66403fadd9c344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61a4c782f49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e8409c23144e1c" /><Relationship Type="http://schemas.openxmlformats.org/officeDocument/2006/relationships/slideLayout" Target="/ppt/slideLayouts/slideLayout1.xml" Id="R120388870d834e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0388870d834e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9fb7ea61b40e2" /><Relationship Type="http://schemas.openxmlformats.org/officeDocument/2006/relationships/image" Target="/ppt/media/image.jpeg" Id="R7fad423dac9343e5" /><Relationship Type="http://schemas.openxmlformats.org/officeDocument/2006/relationships/notesSlide" Target="/ppt/notesSlides/notesSlide1.xml" Id="R234b8756950f45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c7508747c4b87" /><Relationship Type="http://schemas.openxmlformats.org/officeDocument/2006/relationships/notesSlide" Target="/ppt/notesSlides/notesSlide2.xml" Id="R8bf7815ca0b64b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28dde48894824" /><Relationship Type="http://schemas.openxmlformats.org/officeDocument/2006/relationships/notesSlide" Target="/ppt/notesSlides/notesSlide3.xml" Id="Rdd449123fb1040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5b00df7974680" /><Relationship Type="http://schemas.openxmlformats.org/officeDocument/2006/relationships/image" Target="/ppt/media/image2.jpeg" Id="Rb063a8dc09184bbb" /><Relationship Type="http://schemas.openxmlformats.org/officeDocument/2006/relationships/notesSlide" Target="/ppt/notesSlides/notesSlide4.xml" Id="R72742884231041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de6d65f7444a6" /><Relationship Type="http://schemas.openxmlformats.org/officeDocument/2006/relationships/image" Target="/ppt/media/image3.jpeg" Id="R5a9283e3d9754bf3" /><Relationship Type="http://schemas.openxmlformats.org/officeDocument/2006/relationships/notesSlide" Target="/ppt/notesSlides/notesSlide5.xml" Id="R24c927a331e447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4f914647f438a" /><Relationship Type="http://schemas.openxmlformats.org/officeDocument/2006/relationships/image" Target="/ppt/media/image4.jpeg" Id="Rb31209d9c0e44c9a" /><Relationship Type="http://schemas.openxmlformats.org/officeDocument/2006/relationships/notesSlide" Target="/ppt/notesSlides/notesSlide6.xml" Id="Ra828f532ff2645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4011dd53c4876" /><Relationship Type="http://schemas.openxmlformats.org/officeDocument/2006/relationships/image" Target="/ppt/media/image5.jpeg" Id="R49e3636594374ac0" /><Relationship Type="http://schemas.openxmlformats.org/officeDocument/2006/relationships/notesSlide" Target="/ppt/notesSlides/notesSlide7.xml" Id="Rfab981911ebe45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bcd2f864348ae" /><Relationship Type="http://schemas.openxmlformats.org/officeDocument/2006/relationships/image" Target="/ppt/media/image6.jpeg" Id="R837b380660c344a9" /><Relationship Type="http://schemas.openxmlformats.org/officeDocument/2006/relationships/notesSlide" Target="/ppt/notesSlides/notesSlide8.xml" Id="R990890bfbf0e48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cdcfb8a8b4001" /><Relationship Type="http://schemas.openxmlformats.org/officeDocument/2006/relationships/image" Target="/ppt/media/image7.jpeg" Id="Red32b102b25c42a4" /><Relationship Type="http://schemas.openxmlformats.org/officeDocument/2006/relationships/notesSlide" Target="/ppt/notesSlides/notesSlide9.xml" Id="R5c6af7705fab40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ee7c5f9424547" /><Relationship Type="http://schemas.openxmlformats.org/officeDocument/2006/relationships/image" Target="/ppt/media/image8.jpeg" Id="R4fbccde5b17e443d" /><Relationship Type="http://schemas.openxmlformats.org/officeDocument/2006/relationships/notesSlide" Target="/ppt/notesSlides/notesSlide10.xml" Id="R9cd50624807240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ae78638ec4cff" /><Relationship Type="http://schemas.openxmlformats.org/officeDocument/2006/relationships/image" Target="/ppt/media/image9.jpeg" Id="Re2523d374d5e4ca4" /><Relationship Type="http://schemas.openxmlformats.org/officeDocument/2006/relationships/notesSlide" Target="/ppt/notesSlides/notesSlide11.xml" Id="R705d081ba8a14b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a3acac12a4f56" /><Relationship Type="http://schemas.openxmlformats.org/officeDocument/2006/relationships/image" Target="/ppt/media/image10.jpeg" Id="R1acfb2e937734a0d" /><Relationship Type="http://schemas.openxmlformats.org/officeDocument/2006/relationships/notesSlide" Target="/ppt/notesSlides/notesSlide12.xml" Id="R0f25e05da38a4c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3837e11a64f6c" /><Relationship Type="http://schemas.openxmlformats.org/officeDocument/2006/relationships/notesSlide" Target="/ppt/notesSlides/notesSlide13.xml" Id="R3289980f526e4f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5cda55a204a11" /><Relationship Type="http://schemas.openxmlformats.org/officeDocument/2006/relationships/image" Target="/ppt/media/image11.jpeg" Id="R23b39aef4f484a7b" /><Relationship Type="http://schemas.openxmlformats.org/officeDocument/2006/relationships/notesSlide" Target="/ppt/notesSlides/notesSlide14.xml" Id="R3546f256df5741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e6d926ce64e62" /><Relationship Type="http://schemas.openxmlformats.org/officeDocument/2006/relationships/image" Target="/ppt/media/image12.jpeg" Id="R590ea83dc1c34eaf" /><Relationship Type="http://schemas.openxmlformats.org/officeDocument/2006/relationships/notesSlide" Target="/ppt/notesSlides/notesSlide15.xml" Id="Rc5b80c370c5145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bfbadbfbb4f70" /><Relationship Type="http://schemas.openxmlformats.org/officeDocument/2006/relationships/image" Target="/ppt/media/image13.jpeg" Id="R08047c13d1a24948" /><Relationship Type="http://schemas.openxmlformats.org/officeDocument/2006/relationships/notesSlide" Target="/ppt/notesSlides/notesSlide16.xml" Id="Ra55a05156c9d4b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266ca39c7471a" /><Relationship Type="http://schemas.openxmlformats.org/officeDocument/2006/relationships/image" Target="/ppt/media/image14.jpeg" Id="R59e9dacafd454a90" /><Relationship Type="http://schemas.openxmlformats.org/officeDocument/2006/relationships/notesSlide" Target="/ppt/notesSlides/notesSlide17.xml" Id="R94baea8552b947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ed9041eca4226" /><Relationship Type="http://schemas.openxmlformats.org/officeDocument/2006/relationships/notesSlide" Target="/ppt/notesSlides/notesSlide18.xml" Id="R18b7a7c6ffc54e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79868aa45469a" /><Relationship Type="http://schemas.openxmlformats.org/officeDocument/2006/relationships/image" Target="/ppt/media/image15.jpeg" Id="Rce45b66e2ec546c3" /><Relationship Type="http://schemas.openxmlformats.org/officeDocument/2006/relationships/notesSlide" Target="/ppt/notesSlides/notesSlide19.xml" Id="R60e830dee1c8451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ca76b23324aba" /><Relationship Type="http://schemas.openxmlformats.org/officeDocument/2006/relationships/image" Target="/ppt/media/image16.jpeg" Id="R525bf860bf164ed3" /><Relationship Type="http://schemas.openxmlformats.org/officeDocument/2006/relationships/notesSlide" Target="/ppt/notesSlides/notesSlide20.xml" Id="R0de520a4eac0451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cdea82e2e449b" /><Relationship Type="http://schemas.openxmlformats.org/officeDocument/2006/relationships/image" Target="/ppt/media/image17.jpeg" Id="Rfcd3a018a23445a8" /><Relationship Type="http://schemas.openxmlformats.org/officeDocument/2006/relationships/notesSlide" Target="/ppt/notesSlides/notesSlide21.xml" Id="R7c912d1309fa4b0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83476a2e54d97" /><Relationship Type="http://schemas.openxmlformats.org/officeDocument/2006/relationships/image" Target="/ppt/media/image18.jpeg" Id="R546aa92b638d4ee3" /><Relationship Type="http://schemas.openxmlformats.org/officeDocument/2006/relationships/notesSlide" Target="/ppt/notesSlides/notesSlide22.xml" Id="R9225ad37f30f4d1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3430cfbb9453e" /><Relationship Type="http://schemas.openxmlformats.org/officeDocument/2006/relationships/image" Target="/ppt/media/image19.jpeg" Id="R3eaf09e85e974c6b" /><Relationship Type="http://schemas.openxmlformats.org/officeDocument/2006/relationships/notesSlide" Target="/ppt/notesSlides/notesSlide23.xml" Id="Rfd613386fb5d4b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dafe3e9f24577" /><Relationship Type="http://schemas.openxmlformats.org/officeDocument/2006/relationships/image" Target="/ppt/media/image20.jpeg" Id="Re8590294a90248c5" /><Relationship Type="http://schemas.openxmlformats.org/officeDocument/2006/relationships/notesSlide" Target="/ppt/notesSlides/notesSlide24.xml" Id="R514dbc0507254ac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77f4fdb174d30" /><Relationship Type="http://schemas.openxmlformats.org/officeDocument/2006/relationships/image" Target="/ppt/media/image21.jpeg" Id="R10459c4b12f24334" /><Relationship Type="http://schemas.openxmlformats.org/officeDocument/2006/relationships/notesSlide" Target="/ppt/notesSlides/notesSlide25.xml" Id="R7320195074df4d4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ab134ccba47b8" /><Relationship Type="http://schemas.openxmlformats.org/officeDocument/2006/relationships/image" Target="/ppt/media/image22.jpeg" Id="R314601d6a1624374" /><Relationship Type="http://schemas.openxmlformats.org/officeDocument/2006/relationships/notesSlide" Target="/ppt/notesSlides/notesSlide26.xml" Id="R06bd5bc25088457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218cf5fb14abe" /><Relationship Type="http://schemas.openxmlformats.org/officeDocument/2006/relationships/image" Target="/ppt/media/image23.jpeg" Id="R5f8468e099644b92" /><Relationship Type="http://schemas.openxmlformats.org/officeDocument/2006/relationships/notesSlide" Target="/ppt/notesSlides/notesSlide27.xml" Id="Rd5b1a83ecd9c4f1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370736b7646cc" /><Relationship Type="http://schemas.openxmlformats.org/officeDocument/2006/relationships/image" Target="/ppt/media/image24.jpeg" Id="R58c23789e0a040bd" /><Relationship Type="http://schemas.openxmlformats.org/officeDocument/2006/relationships/notesSlide" Target="/ppt/notesSlides/notesSlide28.xml" Id="R48666b298b0e498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d3ca6886e4701" /><Relationship Type="http://schemas.openxmlformats.org/officeDocument/2006/relationships/image" Target="/ppt/media/image25.jpeg" Id="Rd5a29df4b6124c93" /><Relationship Type="http://schemas.openxmlformats.org/officeDocument/2006/relationships/notesSlide" Target="/ppt/notesSlides/notesSlide29.xml" Id="R9d2726640d924db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cf4dfa4e34ff7" /><Relationship Type="http://schemas.openxmlformats.org/officeDocument/2006/relationships/notesSlide" Target="/ppt/notesSlides/notesSlide30.xml" Id="R9dbf2d87aef94d4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bfada64d343d9" /><Relationship Type="http://schemas.openxmlformats.org/officeDocument/2006/relationships/image" Target="/ppt/media/image26.jpeg" Id="Rbeb22daf27a64305" /><Relationship Type="http://schemas.openxmlformats.org/officeDocument/2006/relationships/notesSlide" Target="/ppt/notesSlides/notesSlide31.xml" Id="Ra45273d2928d473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ce4b4c9494c9a" /><Relationship Type="http://schemas.openxmlformats.org/officeDocument/2006/relationships/image" Target="/ppt/media/image27.jpeg" Id="R7c4810632d4b4e22" /><Relationship Type="http://schemas.openxmlformats.org/officeDocument/2006/relationships/notesSlide" Target="/ppt/notesSlides/notesSlide32.xml" Id="R7ac4123e0cf5455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c92ebe0414ee7" /><Relationship Type="http://schemas.openxmlformats.org/officeDocument/2006/relationships/image" Target="/ppt/media/image28.jpeg" Id="R8148227206ce4805" /><Relationship Type="http://schemas.openxmlformats.org/officeDocument/2006/relationships/notesSlide" Target="/ppt/notesSlides/notesSlide33.xml" Id="R57b5763323c548e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ff63ca6a54554" /><Relationship Type="http://schemas.openxmlformats.org/officeDocument/2006/relationships/image" Target="/ppt/media/image29.jpeg" Id="Rb25b1ff7c2ef4e77" /><Relationship Type="http://schemas.openxmlformats.org/officeDocument/2006/relationships/notesSlide" Target="/ppt/notesSlides/notesSlide34.xml" Id="Rcaaa3bb708d04d6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3642bb9124574" /><Relationship Type="http://schemas.openxmlformats.org/officeDocument/2006/relationships/image" Target="/ppt/media/image30.jpeg" Id="R28499251db094a45" /><Relationship Type="http://schemas.openxmlformats.org/officeDocument/2006/relationships/notesSlide" Target="/ppt/notesSlides/notesSlide35.xml" Id="R7fe5f4c9c36c4d4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a794ef8544091" /><Relationship Type="http://schemas.openxmlformats.org/officeDocument/2006/relationships/notesSlide" Target="/ppt/notesSlides/notesSlide36.xml" Id="R19fe9b58b96841b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2ef7298ba4a3f" /><Relationship Type="http://schemas.openxmlformats.org/officeDocument/2006/relationships/image" Target="/ppt/media/image31.jpeg" Id="R004094b959fc4c35" /><Relationship Type="http://schemas.openxmlformats.org/officeDocument/2006/relationships/notesSlide" Target="/ppt/notesSlides/notesSlide37.xml" Id="R7c12e015ebd84dc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1289e3b424a0c" /><Relationship Type="http://schemas.openxmlformats.org/officeDocument/2006/relationships/image" Target="/ppt/media/image32.jpeg" Id="Rdb431d799b704e96" /><Relationship Type="http://schemas.openxmlformats.org/officeDocument/2006/relationships/notesSlide" Target="/ppt/notesSlides/notesSlide38.xml" Id="Rdc6604e773dc4bd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64b088b724ff5" /><Relationship Type="http://schemas.openxmlformats.org/officeDocument/2006/relationships/image" Target="/ppt/media/image33.jpeg" Id="R37f060ef8f474e21" /><Relationship Type="http://schemas.openxmlformats.org/officeDocument/2006/relationships/notesSlide" Target="/ppt/notesSlides/notesSlide39.xml" Id="R01b406935ab3492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0789560734d0f" /><Relationship Type="http://schemas.openxmlformats.org/officeDocument/2006/relationships/image" Target="/ppt/media/image34.jpeg" Id="R7390c0f934e44b95" /><Relationship Type="http://schemas.openxmlformats.org/officeDocument/2006/relationships/notesSlide" Target="/ppt/notesSlides/notesSlide40.xml" Id="R76b944cd00e5431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0279f95c041da" /><Relationship Type="http://schemas.openxmlformats.org/officeDocument/2006/relationships/image" Target="/ppt/media/image35.jpeg" Id="R1eed9cd7469642bf" /><Relationship Type="http://schemas.openxmlformats.org/officeDocument/2006/relationships/notesSlide" Target="/ppt/notesSlides/notesSlide41.xml" Id="Rb204d85f8745433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3654ccb304e46" /><Relationship Type="http://schemas.openxmlformats.org/officeDocument/2006/relationships/image" Target="/ppt/media/image36.jpeg" Id="Rcb7dd45f38eb410e" /><Relationship Type="http://schemas.openxmlformats.org/officeDocument/2006/relationships/notesSlide" Target="/ppt/notesSlides/notesSlide42.xml" Id="R2f15f76d243c47a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fdf75183b4c29" /><Relationship Type="http://schemas.openxmlformats.org/officeDocument/2006/relationships/image" Target="/ppt/media/image37.jpeg" Id="Rc292b87c00884adc" /><Relationship Type="http://schemas.openxmlformats.org/officeDocument/2006/relationships/notesSlide" Target="/ppt/notesSlides/notesSlide43.xml" Id="R9d03af007b024e8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e25ca845345e1" /><Relationship Type="http://schemas.openxmlformats.org/officeDocument/2006/relationships/image" Target="/ppt/media/image38.jpeg" Id="Rf9d9a5c906fd4c24" /><Relationship Type="http://schemas.openxmlformats.org/officeDocument/2006/relationships/notesSlide" Target="/ppt/notesSlides/notesSlide44.xml" Id="Re6f46e31b12b4f3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bde5b627e400b" /><Relationship Type="http://schemas.openxmlformats.org/officeDocument/2006/relationships/image" Target="/ppt/media/image39.jpeg" Id="R306b1ef1feb542d2" /><Relationship Type="http://schemas.openxmlformats.org/officeDocument/2006/relationships/notesSlide" Target="/ppt/notesSlides/notesSlide45.xml" Id="Re4782a6429d0459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c10dbe79d464a" /><Relationship Type="http://schemas.openxmlformats.org/officeDocument/2006/relationships/image" Target="/ppt/media/image40.jpeg" Id="R3d2ddaf658614454" /><Relationship Type="http://schemas.openxmlformats.org/officeDocument/2006/relationships/notesSlide" Target="/ppt/notesSlides/notesSlide46.xml" Id="Rbfefc0282aba494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aa378b2934a65" /><Relationship Type="http://schemas.openxmlformats.org/officeDocument/2006/relationships/image" Target="/ppt/media/image41.jpeg" Id="R582e05eb0b774d88" /><Relationship Type="http://schemas.openxmlformats.org/officeDocument/2006/relationships/notesSlide" Target="/ppt/notesSlides/notesSlide47.xml" Id="R1d4746298847401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78ffd140941ff" /><Relationship Type="http://schemas.openxmlformats.org/officeDocument/2006/relationships/image" Target="/ppt/media/image42.jpeg" Id="Rec01bc466a50492c" /><Relationship Type="http://schemas.openxmlformats.org/officeDocument/2006/relationships/notesSlide" Target="/ppt/notesSlides/notesSlide48.xml" Id="R470802b80c91459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95db8552e4a19" /><Relationship Type="http://schemas.openxmlformats.org/officeDocument/2006/relationships/image" Target="/ppt/media/image43.jpeg" Id="R472da405d64c40a3" /><Relationship Type="http://schemas.openxmlformats.org/officeDocument/2006/relationships/notesSlide" Target="/ppt/notesSlides/notesSlide49.xml" Id="Rf8aa87f5ab8840e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1126a805249a6" /><Relationship Type="http://schemas.openxmlformats.org/officeDocument/2006/relationships/notesSlide" Target="/ppt/notesSlides/notesSlide50.xml" Id="R930c2cf8cd884d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AE424-110C-4B15-9711-3EE4DD97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ECODUMP NEW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4655F-2C17-4EC9-A8A0-01CE8161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操作マニュアル</a:t>
            </a:r>
          </a:p>
          <a:p xmlns:a="http://schemas.openxmlformats.org/drawingml/2006/main">
            <a:pPr algn="l">
              <a:defRPr sz="5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全画面版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F19A6-F4F9-42B0-9971-A0C00DF7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1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各ページの目的・表示項目・ボタン操作・画面遷移を整理</a:t>
            </a:r>
          </a:p>
          <a:p xmlns:a="http://schemas.openxmlformats.org/drawingml/2006/main">
            <a:pPr algn="l">
              <a:defRPr sz="18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レビュー時にそのまま複製・追記・削除できるPowerPoint資料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A385C-E3DE-40A4-9F40-00B4445C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"/>
            <a:ext cx="527685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d423dac9343e5"/>
          <a:srcRect xmlns:a="http://schemas.openxmlformats.org/drawingml/2006/main" l="9197" t="0" r="91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495300"/>
            <a:ext cx="5048250" cy="5486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A1F41-6D77-41F6-B920-D9B1DBD5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2026年8月版</a:t>
            </a:r>
          </a:p>
        </p:txBody>
      </p:sp>
    </p:spTree>
    <p:extLst>
      <p:ext uri="{BB962C8B-B14F-4D97-AF65-F5344CB8AC3E}">
        <p14:creationId xmlns:p14="http://schemas.microsoft.com/office/powerpoint/2010/main" val="534294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2019B-54B8-47C6-8670-AD0F1A94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この資料の使い方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135B7-9C9E-4722-BE0E-2FD17830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画面を確認しながら、残す・削る・追加する機能をページ単位で検討できます。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413FB-D065-4221-A544-D89D7DBF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BEF35-CF46-41D7-AC8F-B41AFF6C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62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基本管理画面 — 9ページ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A5901-BE9F-4354-A420-8DFD8201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C4C2C-BAC7-4428-A1A3-541DFDDA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288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7E75B-E651-4A3F-9DA9-93DE0E7F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288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会社情報の詳細タブ — 4ページ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EBCE5-57BE-4FA6-B165-BE8BD745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9D4EC-57B4-44AB-A2CE-68001841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56951-9936-43CA-869E-594F474D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95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労務安全 — 11ページ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2225E-6576-4CCD-81D4-33B07392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BD45D-DA67-477B-85F7-2467D970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07CEE-CDB0-46F1-A972-A8E809F1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入退場管理 — 5ページ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93911-6096-4AC9-BE39-8F64A558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9C124-D743-4FE5-9024-A34FDC90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DF32B-4565-43FF-9C1C-0044435E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29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調整会議 — 13ページ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F1184-DAC6-43DF-9468-8D992351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8632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4D639-1E6A-422A-B458-CC3470A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F23AB-3C11-4349-8058-60D978B0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958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レビュー時の確認方法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9EBA6-B4C5-41B4-849D-3C1308D2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A214E-F852-4621-9261-5202D643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目次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B775E-F0B8-4D33-9F55-03D85ADA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5020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B13AE-8C04-412E-94C1-6287BD6A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33E3B-223D-47D1-A1E3-4649BF5F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303D5-7294-4BF7-8D05-26D8FCBE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現場・自社・協力会社に関する共通管理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B5647-66AA-4A8B-998A-7D0FF4DF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8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4D63C-E07F-482A-8FE5-97830AB4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各ページの画面・目的・操作を確認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38855-13A6-407C-AE36-1F4FF24F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F3312-D6AC-4EB4-B4D0-AD5219F3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18882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FE7F1-72C1-438F-BCF5-4FFED1EF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8F571-2B02-41EC-87B5-BCC39572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D4209-4D72-4632-9A2F-F87F62B4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3a8dc09184bbb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314DD-4957-485B-A5DA-1902D1B7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AF055-ED67-421A-A1D2-4B4D241E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利用可能な現場とサービスを探し、対象現場へ移動する入口です。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DBB30-C789-4927-B391-A7CECD02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63B91-0F54-418D-9F72-84E1172A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検索結果件数、元請名、支店名、現場名／ID、住所、工期、利用サービス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利用終了を含めるチェック、利用サービス選択、ページ移動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63D75-C734-45DE-B07D-D5423B38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AFBC1-6A3D-44EE-A9A8-8A210B1D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検索：入力条件で一覧を絞り込みます。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詳細検索：追加条件の検索画面を開きます。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3色のサービスアイコン：労務安全／入退場管理／調整会議を開きます。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ID横のコピー：現場IDをクリップボードへコピーします。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F7E91-EE72-4A4E-B78A-E2C4E9F5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A8FE1-AA66-411C-8A11-3ED40ECA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1618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BA557-BD26-462F-9797-29A25327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現場体制（施工体系図）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85CEF-482A-48A8-B6B0-58F1E2A8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7C66A-ABF3-42E5-88C1-C77AB196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283e3d9754bf3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9E5CE-7DAC-438C-9A09-3927AAA9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F7047-61FE-49DA-9C61-488DEC93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元請会社から一次協力会社へ続く施工体制を図で確認します。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B508A-E62D-4FFF-85CF-6070EE72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2C465-0BBB-4410-A756-99958A80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対象現場の選択、元請会社、一次協力会社の構成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会社カードと階層線による関係表示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0A9D4-00C3-4C09-B00D-FE19FA58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9D61D-9EEE-4C64-A32E-8DAA861F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会社を追加：体制図へ協力会社を追加する操作です。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施工体系図を出力：現在の体系図を帳票として出力する想定です。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現場選択：表示する現場を切り替えます。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B10E2-D930-4FF2-85A6-7789FDF8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DD25C-B78E-4FDD-A384-105698F0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3667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A8BE9-F270-47A0-A1B5-354AA10F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会社情報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83F74-083F-4CAB-B1E3-A15E9594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24D8D-BB38-4FF5-A918-A3512F48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209d9c0e44c9a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2D395-C5E8-4785-BAD5-AE1F78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38162-65A4-403C-9A85-C718DC9E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自社の基本情報と各種連携・管理情報をタブごとに確認します。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DA1FA-EC4C-44F4-9C0A-C92FEF31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EB6EC-4E27-4E49-AE4F-3301244E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本社情報、CCUS連携情報、労務安全項目、支店情報の4タブ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会社名、法人番号、所在地、代表者、連絡先など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59907-38D0-4B14-A3BE-62E66DE3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29A1D-4285-4AA6-BA2E-8D5FBE6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各タブ：表示する情報区分を切り替えます。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編集：対象情報の編集確認画面を開きます。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支店情報の確認：登録支店の詳細を確認します。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A977F-07E7-4316-8BCB-69DBA6A1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66616-673F-407B-A969-99D1D6F3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3729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EB9CF-181A-42B6-B9EB-3F798A9F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ユーザー一覧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6385F-961E-40DE-B47F-BAF2E811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815E0-E9FE-4B63-9EFE-DA511AE7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3636594374ac0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6274F-4AAD-47F8-8AB8-86122574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722F4-447F-477C-AB9E-EB341B72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管理者・職長などのログインユーザーを検索し、登録・確認します。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2FA0D-E2BE-4C5A-9541-3A461BDC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CA1E9-97C4-47F9-B103-1B72A78B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支店、氏名、メールアドレス、種別、権限、登録日、更新日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支店・種別の検索条件と検索結果件数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41B20-3347-4540-8418-B5457A80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DA354-FF8B-45CB-8E69-AB9E09DF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検索：氏名・支店・種別で一覧を絞り込みます。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新規作成：ユーザー登録フォームを開きます。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企業管理者申請／初期パスワード再発行：確認ダイアログを開きます。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確認：選択ユーザーの詳細を開きます。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FB06C-04E9-41E8-8D0B-702ACA90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D36FC-4CCB-437D-8E2B-C9DD09E7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8481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B7911-8A38-4F61-83C3-845BC48D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作業員一覧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960F2-FB44-481E-92E8-AAC82174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56E67-B0EC-4E7B-9A62-764B49E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b380660c344a9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F36EC-0AEF-4DD4-911C-76CF7212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AE025-B34F-4645-B9A3-C1C00DC4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作業員の所属・CCUS連携・在籍状況を管理します。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96D28-0C1F-4C64-A1A3-EEFD907F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8264B-BF75-40E6-BFB6-C4469BE8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氏名、生年月日、CCUS技能者ID、連携状況、所属現場数、在籍状況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行選択用チェックボックスと検索条件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899B6-1F2D-4C8C-AEAC-F353971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3E0BC-DB57-4793-8DC5-35F7B0A3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検索：氏名や区分で作業員を絞り込みます。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新規作成：作業員登録フォームを開きます。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選択した作業員を更新：チェックした行を対象に更新確認を開きます。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確認：作業員詳細を開きます。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F812B-D5E7-4264-B178-1DEA7EC8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5DE59-2EBE-413F-A0FC-2B7EA31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84823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B793C-108E-40AE-ACE3-5B616927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車両・機械情報一覧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57AE4-43DE-4D23-9F41-90ACDA78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00490-4D2A-4DC5-89D0-C4E0ED7E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2b102b25c42a4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FD211-DD80-4F87-834B-B92AF438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A3D7E-EB51-4966-9B17-2F531212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工事車両・通勤車両・建設機械の登録状況を確認します。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BE199-7BC0-4A7F-9ECE-198B9602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DB032-69C4-4A83-8C9D-81419403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工事・通勤用車両／移動式クレーン・車両系建設機械のタブ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検索結果件数、車両・機械の一覧領域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C36F9-2435-4768-8A99-5A39439F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392F8-8B0A-40CC-AE3C-10E7E4BC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タブ：車両と建設機械の一覧を切り替えます。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検索：名称や登録条件で対象を絞り込みます。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詳細検索：追加条件の検索画面を開きます。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7A9DA-5FD3-45B4-BC65-1B1CB895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35DD9-1BBB-4C15-8500-4E56B75C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4690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C0E94-9562-49EB-A139-BB28DC24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代行先一覧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D3A76-DB41-4523-82D2-2C9AF934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026ED-EAC9-4D5D-93AF-02581156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ccde5b17e443d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D3513-4341-427A-A264-CF1A3294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40841-B049-45B3-8639-60DBB541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自社が情報登録を代行する会社を確認・管理します。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2E1F6-CDC5-40D1-B3D8-E751D029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793E2-99A8-485D-9FA0-A1DDEC0E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代行先会社名、住所、電話番号、代行開始日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詳細確認・編集、代行関係解除の操作列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8175C-C464-41C1-B911-FFE9DE4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01483-5C52-41CD-89AE-CFEE769B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検索：代行先会社名で絞り込みます。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解除済の会社を含める：過去の代行関係も表示します。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詳細確認・編集：代行先の登録内容を開きます。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2DE8C-A4F7-4505-B1BF-0C84FBFB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5F74D-EB1F-487A-83FC-A0134E1B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80070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E7172-0D36-49AD-9A5C-F61BB445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代行登録申請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8A34E-BC3A-49AB-BCF1-F1442B82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454F7-E330-4DB1-AAC1-5E82B62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23d374d5e4ca4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78ED8-E22D-498B-ADC6-CCC95AF1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EA017-F5D0-4B79-B88F-3AFB0F07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新しい代行関係を申請し、申請状態を確認します。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FB017-EA9D-4F42-977E-C11035E5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1A6D4-BB06-47C4-BA57-5E95EE25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会社名、住所、電話番号、会社種別、ステータス、申請履歴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申請中を含める検索条件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68635-3344-48E3-BCC8-6D5E8759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FA4D0-612D-484C-B61F-5384BFFB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新規申請：代行登録申請の確認画面を開きます。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Word／PDF：申請資料を各形式で出力する想定です。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検索：会社名や申請状態で絞り込みます。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14911-486B-4E13-93D3-80180FCC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E0B96-B4C4-4B09-89CF-D13C0D8F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95539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C22DB-DB93-43CB-B8E3-C202B521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自社の代行元一覧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601DD-39C3-4499-980F-BD620EDB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F6748-B5AC-409C-98DF-3BDDE0AD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fb2e937734a0d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83E1C-2BB3-4AE0-828B-1B82446E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BD4FA-CEB3-478F-A951-9B58BC6C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自社情報を代行管理している会社と関係状態を確認します。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372F2-B7F7-47E2-A0A9-05D7AA56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BB3CE-4FA2-457C-91E6-898D951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代行元会社名、住所、電話番号、会社種別、申請履歴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代行関係解除の操作列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FF250-0FB5-487C-99B8-48071A44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1909F-B236-4B3F-A243-74BA0AE2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申請履歴：これまでの申請内容を確認します。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代行関係を解除：解除確認ダイアログを開きます。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検索：代行元会社名で絞り込みます。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6AB7A-5908-4199-86E8-4A604B96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DA97E-F03B-4124-8918-D9BA2E5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02906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88473-9784-433E-A3E1-47E08809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2FE46-44DF-47FA-A094-84C3D5F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E44A2-F17D-463D-8E55-1B6BFDEA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会社情報ページ内の4区分を個別に確認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D8FC4-6AA9-4284-B207-B1F477A8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8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A820C-4BC3-4A1B-8AD6-C541CC22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各ページの画面・目的・操作を確認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03822-55C2-4508-98E2-13A6554C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31264-4728-4F59-923B-96FB3ECA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238466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D1EC0-3A63-4870-89F1-2734ABFE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本社情報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1EDDE-F71E-4157-9A10-FD46D7F1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34D86-E062-4109-BFC5-B42E692D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39aef4f484a7b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1B4C8-9A6E-4D27-BD74-80F41533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7D632-21A0-4CF9-88E5-C34292E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会社の基本情報と連絡先を確認・更新します。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386A8-D837-4694-9828-35F4E99F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9E5C8-5DA1-4431-A442-D2B2826F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会社名、法人番号、郵便番号、所在地、代表者、電話番号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登録内容をまとめた基本情報領域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69E7C-32B8-42D8-ADC9-6704E41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517E8-3F3C-48E5-936B-002D910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編集：本社情報の編集確認画面を開きます。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他タブ：CCUS、労務安全、支店の情報へ切り替えます。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9B2F5-25B5-4D7D-B232-94B5E28D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46E76-824A-4E25-B4EA-F419DBCE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64023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BF58C-1AED-40BA-A44A-DBFCB0F5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CCUS連携情報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A67BC-CC7A-448E-9A3D-6FE41E5D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58608-E672-44E8-B905-E2432612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ea83dc1c34eaf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E8B8E-1542-4223-AE0E-CE3004D9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66EFF-2499-4FE5-90D9-A0C5D634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建設キャリアアップシステムとの連携状態を確認します。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01C33-8379-4123-B2F4-E3F1E24C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8AE86-5502-4F82-9AE2-5E00B3C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事業者ID、連携状態、最終更新日時、連携対象情報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連携に関する説明と確認領域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3C6C1-1F05-4D48-B7EB-B9AE5A4E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96D4C-EBD7-40D0-B4C2-B59625F9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連携情報を更新：最新の連携状態を確認する想定です。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編集／確認：登録済み事業者情報を開きます。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E19C7-C6EB-4F5A-B526-E1CFBCD0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26F51-BE80-4BBA-BFA3-CD40E467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522423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13311-C697-4C3D-9A86-0183E35E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労務安全項目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7CE41-4B2F-4F12-908E-8A5B5044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17590-566C-42E9-BBD3-DF2F3DA3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47c13d1a24948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EBCA9-E6D5-49F9-AA10-5BB42F3C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5D6DA-422A-43FD-BCBA-D2516DA2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安全書類で利用する会社固有の項目を管理します。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FCFDF-BC50-4DED-A106-9D142368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C0D8B-6DE1-497D-B484-CED9F9F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労災保険、建設業許可、社会保険などの管理項目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各項目の登録値と状態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225D8-5EF5-48AC-9DCC-86B9B623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33EAF-FF43-44C8-A383-DB6DD888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編集：労務安全項目の更新画面を開きます。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確認：現在の登録状態と不足項目を確認します。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7E98C-A0DD-4648-BC2C-2E9B146D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78686-5266-4842-9E0B-2987B550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588947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E90AC-8725-437C-9767-797BAB66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支店情報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20704-035D-4CB2-967C-1F078E91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B6914-A40D-487B-AD81-905295DD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9dacafd454a90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611F4-9A0F-4173-986E-6B5598EE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19DEF-B226-4A67-A48F-5E5AE968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会社に登録された支店を一覧で確認します。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7D722-1F81-4FC8-80D7-733BA81B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58D99-91D6-4E73-8CB0-6F5A0616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支店名、所在地、電話番号、担当情報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支店追加・確認用の操作領域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56E0C-4C26-4950-8FA7-C461871B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070B8-F84A-4BAC-95F3-AB4534C8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新規作成：支店登録画面を開きます。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確認：選択支店の詳細を開きます。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検索：支店名などで絞り込む想定です。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3707F-243C-4A1A-963C-B56DD3A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25A07-9A9F-4099-9C7C-9C356934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027969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D5E91-4BC1-4A84-AE5B-045A0062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912E2-2AAA-4F28-B524-5BCAE5C7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FD5B8-078A-43B3-B01B-4F68CDFB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安全書類の提出・検索・是正・出力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11BAA-9F69-4C6F-8F6F-0D385E55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8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C5770-1B09-46D7-9DD2-985A3D4D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各ページの画面・目的・操作を確認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94DD8-2D92-4756-9967-222CC814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E478E-5417-4869-9DDE-09C3AA84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78028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D5EC9-192D-4D94-8038-248C008F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書類状況一覧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493AC-7CC7-4B87-B9B4-A2A34DC6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E3614-40D0-47B5-AD8E-B7768DA2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5b66e2ec546c3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5CF6A-6D30-4F28-986A-1FF46FEB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2B056-3412-4BD8-ADF0-3DC5E309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協力会社から提出された安全書類の状態を横断確認します。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9D8C8-EF81-4FD6-A08A-292EAFA8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8B166-494E-4954-AB81-CAEF4315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提出状況、次数、会社名、コメント、提出操作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施工体制台帳、再下請負通知書、作業員名簿の確認状態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E6406-0536-43DB-A29E-B69B38A2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3F78A-1ADB-4C46-880F-E0FB33EF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検索で絞り込む：検索条件パネルを開きます。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確認：コメント欄を開きます。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提出／取下げ：書類の提出状態を変更する確認画面を開きます。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書類区分ボタン：表示する書類群を切り替えます。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55FD9-D13C-4A9E-86D0-DCEC6DB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EAEF0-9519-4249-8DFB-636510D2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538232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40CD0-EE3B-48ED-9736-D5A6D10A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新規入場時等教育実施報告書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43113-D40E-49E6-B2A2-33997B2B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CFA00-79E1-4699-9FE0-CB96CBCD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bf860bf164ed3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535DA-285C-419B-B391-43DD0238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60C08-ADD4-4988-8785-BB114A2C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新規入場時教育の実施報告書を作成・提出・確認します。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AB7B2-6A8E-4DD6-8F90-E32A3087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E5C5F-061A-4952-B658-E555F9EC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会社名、一次協力会社、工事名、工期、最終更新日、操作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自社作成・提出書類と配下会社の提出状況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261C2-4DBC-4167-8C61-20601EEA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82B74-7EA0-4AB6-A671-E190AFAA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検索で絞り込む：対象会社や状態を指定します。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Excel出力：一覧をExcel形式で出力する想定です。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新規作成：報告書作成画面を開きます。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確認：既存報告書の内容を開きます。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9F710-2EEF-4639-A733-4CCE552C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63258-CD98-473D-8744-14A2BB66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765723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E25DD-31D4-430A-AB7C-56D11CFF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【元請会社】新規入場者調査票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F0A3D-354A-4C96-9F5D-751345B2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726BC-A1BB-4CC3-B625-999DA080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3a018a23445a8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64C5D-A08F-4846-82FD-5C72C51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E231E-82B6-4C23-B7B3-D4D62FB2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元請会社向けの新規入場者調査票を作成・提出します。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E0770-8ED3-4603-B032-2FF57785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DBB29-1F12-49FC-B799-B2FF192D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会社名、一次協力会社、工事名、工期、最終更新日、操作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自社作成・提出書類の一覧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B0695-EA11-4F5F-ACA2-3ACB5A12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8E720-9382-4E7E-A4BA-9DC2128F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新規作成：新規入場者調査票の作成画面を開きます。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確認：作成済み調査票の詳細を開きます。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検索／Excel出力：対象の絞り込みと一覧出力を行います。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FAC40-F5F5-4038-893E-1D2CC69D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CC4D5-268B-4460-A1E1-9547CD2D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078049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0FBFD-E737-4689-8A62-68D1FE2A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その他の安全書類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2949A-B2B8-4D86-86AF-5F3AA95C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E7DB6-0404-499D-9DC8-6C0F1CCF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aa92b638d4ee3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B26B1-7ED1-434F-BED7-689CDF1D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B94A7-BC24-4CCC-9509-49DF80A5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標準カテゴリ外の安全書類を作成・提出・確認します。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99243-586D-4824-AA51-E5B903E1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8AEFE-E6BD-4477-B9DE-693312F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会社名、一次協力会社、工事名、工期、最終更新日、操作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任意安全書類の提出状況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1D240-DD46-4C04-B32A-C8487F34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9AFC0-4F26-429E-B3F1-19AD0716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新規作成：その他の安全書類を登録します。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確認：登録済み書類を開きます。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検索／Excel出力：一覧の絞り込みと出力を行います。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9F0F1-1CF3-4DBE-9C7C-424BCBBC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4F186-58D0-48D5-BE7A-0329A64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765226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E4167-FF8A-4CF9-A4F5-15B5167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元請帳票の確認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7CAA5-370B-40A4-BF39-14A311B8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DCE17-DAB7-4750-B228-B4268E4C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f09e85e974c6b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C50B5-C2C5-490B-B14F-D4CD0FD2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4A585-EF04-46AB-8297-DCA05987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元請会社が公開した帳票を確認します。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4061C-981F-44E1-B971-E0AB4290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EB5F0-5D2B-4FE3-A6D6-E44BB020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帳票名、対象会社、更新日、公開状態、確認操作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元請発行帳票の一覧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77DF5-3B49-4ACE-A5C6-74341242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C490D-C3C9-4306-B7C5-497CEEE1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検索：帳票名や対象で絞り込みます。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確認：帳票の内容を開きます。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出力：対象帳票をファイル出力する想定です。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BF29E-C504-46F4-850A-606E7D7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8AD20-9B24-4E7A-995B-468C6025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042030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7EC46-FA03-4628-A9F0-9DC292A9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配下協力会社検索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85920-A619-4B13-9EFF-BEA285BE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92363-9398-4BC9-9880-008416A7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90294a90248c5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99D75-900B-4919-A566-8080A76E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64E42-F2B4-4BA3-8F01-B18CEFE1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施工体系配下の協力会社を条件検索します。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2A0DD-8920-4EAD-8220-89E419A8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78B6F-F445-470C-8B65-C7592F2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一次協力会社、会社名、会社種別などの検索条件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検索結果の会社情報と詳細操作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7CC10-AB05-46F9-85A2-F3E8B609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33681-75CE-40CB-832B-1CE94A52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検索条件を開閉：検索パネルの表示を切り替えます。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検索：入力条件で会社一覧を更新します。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確認：選択会社の詳細情報を開きます。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FC4CF-54C7-4390-A2D1-35F433AD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20B18-B83E-47CA-84E8-EB995192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13129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AC0C4-E0BF-4C86-B3A5-4CDBF019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配下作業員検索（送り出し教育）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6EE3B-50C2-4EFC-8564-38D87A1C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CE3DC-10EE-4A28-9C89-EF14BFDC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59c4b12f24334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8A23C-D81A-4EC6-99FC-D2C7D132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2FF58-4B9C-4E71-845C-973E864C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配下会社の作業員と送り出し教育情報を検索します。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42F89-BAF0-4A03-9307-31F09E77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1AD8A-641F-4986-BF98-FDB6DB45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作業員氏名、所属会社、職種、教育状態など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年齢、健康診断、入場情報を含む一覧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B6CB7-70FA-42C3-B72E-DCC8D472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97B5D-7A22-492D-B413-5039B1B1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検索：作業員条件で一覧を絞り込みます。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検索条件を開閉：詳細な検索項目を表示します。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確認：作業員または教育情報の詳細を開きます。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BA03B-5A29-4AB3-A607-3F982AC8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ED3E0-6BAE-49FE-A566-7879767D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797048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8CD32-83F3-4738-803D-9147CFDB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是正依頼内容の確認・返信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B4D8D-9A7C-44AE-9876-A375E9FA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7E9E6-FAE6-4569-A93E-B595C583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601d6a1624374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D008C-8B23-4F27-ADB5-1F097B46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1307E-D800-46EB-9A91-64984A47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元請会社から届いた是正依頼を確認し、返信します。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A45F4-2073-4375-8642-0E1FD9EB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A1955-A718-4CCE-A2F0-7FA89EF2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受付日、対象書類、依頼内容、ステータス、操作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未返信・対応済みなどの状態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B46B6-5016-46EE-81B1-2D485537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EF352-F4F1-433E-8F84-03EBA5A1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検索で絞り込む：依頼日や状態を指定します。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確認・返信：依頼詳細と返信入力画面を開きます。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返信：入力内容を送信し、状態を更新する想定です。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B164F-EFE4-4DFD-AE03-1AE08E8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B33BF-6B9B-432B-B3C3-04B1F57E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996745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02A6B-CBFD-4A87-8E03-5077FA01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書類一括出力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7F209-47CC-4D17-883C-BC3A814C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3242B-9BC2-4E19-9C72-6ABDDF6B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468e099644b92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8F118-F74D-4941-935F-3B12B8F1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EE45C-E9BB-4744-90AD-FE81DFCD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複数の安全書類を選択してまとめて出力します。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52FB4-631F-4DBC-8515-9704B82D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379FF-649E-43C3-8C0E-AAE4AAA9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対象書類、対象会社、期間、出力形式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一括出力対象の選択領域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8D674-2D2A-4F27-B7AD-783D1FAD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54B17-C970-4FA0-8C75-580EA6BC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チェックボックス：出力する書類を選択します。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一括出力：選択内容の確認画面を開きます。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条件指定：対象期間や会社を絞り込みます。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D9AB4-912A-4161-AB5E-F9009861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71D47-1FFA-4381-B011-4C0469EC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1592638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8F086-4550-4550-BF03-5030220B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共通メニュー（労務安全）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9C6FF-B20F-4886-AE7B-B114AE87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ED738-F2D7-4658-ABE4-810B5DCB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23789e0a040bd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6E032-C8A0-4766-8487-95635100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D749D-8488-446F-AE1B-A1113DF0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サービス共通機能への入口です。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88B46-1E72-46C4-A027-CFF39815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8EF72-9779-4CCD-8E35-5FFA8E19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現場掲示板カード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共通機能の説明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31654-7BE7-4528-B4AA-F1F896C3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D047F-60DE-41AC-8440-E6CE0E30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現場掲示板カード：掲示板ページを開きます。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左メニュー：労務安全の各ページへ直接移動します。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680F7-9CE4-488F-AAFF-B2457210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93220-E8AE-47E5-826C-9FE8A9CC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683441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223B3-DCB8-43B1-A02F-E0DDC6A6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現場掲示板（労務安全）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E8234-8D2F-452C-9AC0-1CFE5D0F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3D59D-A74D-4B7E-BB63-F3A25633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29df4b6124c93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51B99-E180-49B4-AA92-DB50E8F4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E2120-D2CC-4888-9439-28309A86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現場内のお知らせを確認・共有します。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50B1C-464D-4EF3-AC4E-3F129E41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0CA2A-5051-422B-90E6-0927897C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掲載期間、タイトル、投稿者、添付、操作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掲示中のお知らせ一覧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46D88-AA96-4A0D-BE46-4B816F4E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48FB3-2883-4AFD-8E3C-FB451831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新規投稿：投稿作成画面を開きます。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確認：選択した掲示内容を開きます。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3AD64-D815-425E-A015-379741F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1470B-A5C9-46B4-B232-1CE0B78F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8009275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874E2-E084-4D1A-B148-7515250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F4549-D3E9-48C0-9A88-D59C9206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DB43E-330D-4986-BBF4-04C0D0A1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現場の入場・退場実績と作業員設定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4DC1E-4628-40E8-A714-406A4B28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8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DF207-D181-478C-A065-CFE7DC0D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各ページの画面・目的・操作を確認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C078B-631F-4212-B29F-C96B2B07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C20A6-5FF8-4412-B06C-23D97B32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16901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43928-1BA3-4114-BBCC-5D750C96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ダッシュボード（入退場管理）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F35E9-DE1F-43AC-861D-CC317895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8AD32-97C7-4F6C-B8B1-B33D1569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22daf27a64305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926AC-3579-482D-90C9-BA5319FB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7CE08-AA8E-4D7E-960B-09FCE759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現場概要と直近の入退場状況を確認します。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33D21-AB32-43B4-9501-D6A94BE9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87331-FA36-4C71-8DB6-52BBE680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現場名、工期、所在地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日別の入場者数・退場者数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F5856-70D8-44A4-B867-92214FA9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A6D03-CF3A-4A12-8204-3D4A11A5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左メニュー：入退場実績や作業員設定へ移動します。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重要なお知らせ：通知内容を確認する導線です。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85A8F-B8A6-4448-81F7-EC8376CD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49E21-E850-46E4-A47A-07587575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006393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72E61-8CA6-4FB7-81E1-101AF3A0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入退場実績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D48DE-C7AE-4593-AC7D-1B006181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7EF07-4FAF-467E-8320-F94D1F47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810632d4b4e22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C51DF-38B2-4108-97A1-C16A77F4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F7938-6D71-4D8B-8CF9-9805D1EF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作業員ごとの入場・退場時刻と滞在時間を確認します。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90287-EA47-4CA7-80DE-9BC08F78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647A7-2024-492D-863D-68D9F5AE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日付、所属会社、氏名、入場時刻、退場時刻、滞在時間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キーワード・日付の検索条件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45588-28E2-4BDD-B7B3-AF402107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21AE2-D661-49CD-8871-C3E8DE5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検索：条件に一致する実績を表示します。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検索条件クリア：入力条件を初期化します。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94DAE-E50F-41DE-9230-19201CD9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27FD5-9BF0-44CA-920C-97A538F9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8146744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118E6-1950-4644-9F55-D1D2374C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作業員設定状況一覧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9821C-DF1B-4C8D-AD94-EE012E3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C725B-DE3E-41E9-A94F-6081746F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8227206ce4805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65214-A064-41A0-83EA-3B820D36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269DE-D656-4C1F-969A-7D959DDE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作業員の顔写真・送信・設定状態を確認します。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20698-CF33-417A-9E90-EACF7EDF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86195-50E9-4B2A-B6C8-36C069D1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所属会社、氏名、ステータス、顔写真、送信状態、エラー状況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検索条件と顔写真表示チェック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8056D-C165-46C3-8FE8-E879885B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51114-4D56-4A10-99E5-D27EDAD6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顔写真を表示：一覧内の顔写真表示を切り替えます。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CSV出力：一覧をCSV形式で出力する想定です。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検索：作業員名や状態で絞り込みます。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確認：作業員設定詳細を開きます。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BD2F7-2B76-4E85-B2F5-150FF975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33460-ED69-4584-A02B-3BDD009D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88380412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68FD3-ABC3-4FDF-A957-D864B878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共通メニュー（入退場管理）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C1657-1BE6-43DA-8EA6-8F634E68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FCBC5-8BC5-4BA1-B0E9-D0D73F1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b1ff7c2ef4e77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CF513-7414-4CAE-A3FB-2817ECE7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9CA4D-A463-44E2-820C-80F1C5E1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入退場管理から共通機能へ移動します。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BB2F5-3DB7-4499-B841-22EB37D9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F61DD-1709-46FB-81C3-ECC114EC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現場掲示板カード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共通機能の説明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B479E-0136-41CD-A6BA-0AB9046E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31BC1-E4B0-4F9F-804A-CADDB8AF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現場掲示板カード：掲示板ページを開きます。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左メニュー：入退場管理の各ページへ移動します。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6957A-FA5E-454A-97A2-76496D81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7DF38-2B14-4A2C-BDE7-29565D5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661683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4A4AC-C0B9-4076-80A3-F6F53862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現場掲示板（入退場管理）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349D1-B594-49E3-A1A2-32F1667B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269BB-BE30-4CD1-BAC1-7D01B88E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99251db094a45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E065B-D775-4777-BDF5-9A370289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A04BF-8DB4-420F-BDCB-C29401EB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入退場管理画面から現場のお知らせを確認します。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50FD2-3326-4BF3-B14E-CA5B0F9C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DFB92-1214-4B06-ADB1-B2589454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掲載期間、タイトル、投稿者、添付、操作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掲示中のお知らせ一覧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D9F25-05DD-488B-B497-6800900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869E0-2A5E-4A73-AEA9-D8F6C85C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新規投稿：投稿作成画面を開きます。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確認：掲示内容を開きます。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B0981-E7BC-4F8E-8F95-E9019B7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4AA51-B53E-4CDA-8CE7-97FE45AE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4368889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CE7BC-A142-430D-8F75-98B71A86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FF819-B4FC-4FF6-8223-4B495254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F3DE7-0B59-4945-B446-89EAE0EB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予定・実績・機材・現場配置・帳票を管理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1B1C2-7A39-4777-B928-467ADC09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8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8C580-18C4-4F83-9636-261AD94F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各ページの画面・目的・操作を確認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E2551-ACA9-4EDE-B576-75084B89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8C3D6-7C08-4179-B3A7-4EC73AC0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72768216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3FE6A-5D79-4022-945D-C5BE6BA5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ダッシュボード（調整会議）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D64A9-99B4-477E-A8D3-E09C253C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9EECF-B21C-42BD-9435-0FB044FB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094b959fc4c35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3353-4BEE-48B3-843F-4065506D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44F93-F84A-4EA1-8324-5561CD89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現場概要と人工の予定・実績を確認します。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A0615-5BF8-40F7-9C5F-F37DEA27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2702A-F914-48B7-BE87-89BE9C2E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現場名、所在地、工期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人工の予定数・実績数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F313F-8519-48DD-97BA-D0D438B5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4983F-859B-4369-BBB7-E766198F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左メニュー：各予定・実績・配置・帳票ページへ移動します。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重要なお知らせ：通知内容を確認する導線です。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F96BF-7789-44F4-83E6-2424A981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44101-883E-448F-BC77-E4A5964C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76533661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41F56-6E22-482F-BBF7-02F7927D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作業予定一覧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7C026-2EEC-41DC-BE46-B622580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810C8-410F-4D95-B310-51BFC08A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31d799b704e96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1ED6C-B297-4FA3-8988-5E3DBC50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E03EE-CD25-4A58-A51D-F1C7D8A4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日ごとの作業予定と安全指示を確認します。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CAA9C-F89F-47D3-9D52-1D6CC440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91CAF-7E81-494E-BA0E-76F9D3A1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日付、会社名、作業内容、作業場所、人数、安全指示、承認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キーワード・日付検索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4B18F-CEEC-4DFC-BBB6-5A501294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7853B-F9E3-40F4-BF69-54F0DF46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検索：会社名や日付で予定を絞り込みます。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検索条件クリア：条件を初期化します。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承認欄：予定の承認状態を確認する想定です。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00089-3930-4B82-A857-160C9C21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3AF99-E5B8-4404-AD43-2C29FDA0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9388907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99631-F698-4A3D-AE2B-41C601D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他社予定確認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ADBDB-2943-46BF-9427-E9A26CA5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44C46-EB35-4F4A-AF49-46BC895E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060ef8f474e21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93998-2A2E-41A7-8779-023F976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BA145-B4DB-4DBC-889B-891D5EB1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同一現場で作業する他社の予定を確認します。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4AC28-E2FF-4C4B-AFEE-A5DDD57F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F7D6E-8D1E-40D5-8082-A8211979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会社名、作業内容、作業場所、人数、重機・機材、確認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会社横断の予定一覧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06AA9-EBD3-4AC7-AB7B-D2992F0D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E91F5-5587-4589-9F6D-5ADEEB39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検索：会社名や作業条件で絞り込みます。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確認：他社予定の詳細を開く想定です。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842A3-729E-4F7C-AF73-C0E30B3C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00839-C5F9-4874-94C7-651915A8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621822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142E0-A1BA-4C19-93E6-B84A22A3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作業実績一覧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7CA5E-90C6-4B86-83A4-D7BEA4B7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8CE36-6F9C-4AC0-B92B-C23572D8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0c0f934e44b95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DD454-931D-497E-BE67-77B0EE9D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9B0BA-693E-4635-B5D3-165956B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予定に対する実績人数と作業内容を確認します。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62652-F9FF-41F5-9F1E-7E399EAE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F2AFE-426D-4453-B214-9DE53127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日付、会社名、作業内容、予定人数、実績人数、操作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日別・会社別の実績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31780-30CE-422B-9EFC-007B3AEB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FCFB1-1686-457D-83D7-EE48DA68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検索：日付や会社名で絞り込みます。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操作：実績詳細の確認・編集を行う想定です。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05CB6-5C34-48AF-94D1-E52C279E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78E85-E97E-4FF2-8EA4-22172A92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25340434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0E626-E37E-4BC5-817D-EA306E14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入場人数との差異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B557A-349A-469B-BDE7-20B9F007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E3047-9584-4857-A610-DE054127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d9cd7469642bf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AD2E2-6B48-4BE5-8D09-E728A8D7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EAA42-CF33-4590-83EA-88BAA00C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予定人数と実際の入場人数の差を確認します。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A52DD-83AE-4948-8B06-D3761B78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5FB7D-A802-4E97-BC7F-3D6EBD1A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会社名、予定人数、入場人数、差異、確認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差異がある会社の一覧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19666-3CB5-45CE-B55C-60E23D1E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066D4-7C70-4561-86D1-562609D8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検索：会社名や日付で対象を絞り込みます。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確認：差異の内訳を開く想定です。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64740-035B-4B40-B0DE-F779BEB7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3D05B-C12E-4F17-8FC0-2DFE3C0A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054926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F5DA9-C8FC-4A0E-A25D-DBECFF0D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ゲート予定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7108F-B1BD-4F51-882B-9F6A7A3A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284AF-EDC0-45AD-A9CB-7EA2DF5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dd45f38eb410e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39C62-8397-4240-8A6A-A5C4481E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B6AF8-ABB3-4AE2-98B2-1C9AFD9B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ゲートを使用する搬入・車両予定を時間帯別に確認します。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5AB9B-9A40-4EBC-970A-7ABBA84D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2D432-FB06-45C0-96B1-9BC15371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時間、ゲート、搬入会社、車両、搬入物、誘導員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ゲートごとの利用予定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4771D-FE2D-4454-8EA8-A52DDB6C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70FD5-2054-4FD2-AB1A-BAF34ABB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検索：日付や会社名で予定を絞り込みます。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行の操作：ゲート予定の詳細を確認する想定です。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95EA6-AAAB-4C45-A7F7-9B95335D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16442-955C-43BF-9480-D4363BB9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50329964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DB865-85E3-40C4-A42A-ACB2D62B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揚重機予定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743D1-A90B-4880-B7D3-FA93152C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3723E-2C67-445F-998B-9B5DDF8C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2b87c00884adc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837C8-134D-4BD7-9089-833210E0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279A6-669A-403E-9296-EAAD3345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クレーンなど揚重機の利用予定を確認します。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BF0FE-AE38-4A91-AC31-F741E9C4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D6BE5-222B-46F2-AEC0-EE5CAF75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時間、揚重機、使用会社、作業内容、場所、状態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時間帯別の利用予定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5AE57-90EB-4504-87E4-D1031CA4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F7F86-0E0A-4220-8092-3B5AEF34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検索：日付・会社・揚重機で絞り込みます。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状態欄：予約や確認状況を確認します。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723C3-93B1-4A26-9E4D-5FF37DD4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FAEDD-191D-4D43-B9F8-DE389621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92126650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F6700-5425-44A3-B90C-B466D36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機材予定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E787D-2F3E-4105-B7AF-6E6456A5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4908B-4D1A-46A5-A8E5-66F69CD9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9a5c906fd4c24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E13C4-4A7B-404A-8A8A-E5BDE5DE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DC6A0-E009-4DC3-9983-03672BC2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共用機材の利用予定と用途を確認します。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512B3-50B5-48A1-9C96-DE66B648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4247E-4E06-492B-A92C-486B10A4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時間、機材、使用会社、用途、場所、状態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機材ごとの予約状況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334A5-55C3-40D8-BAD1-556A0760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A63CB-A519-4008-A31B-8FE8ECC7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検索：日付・会社・機材で絞り込みます。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状態欄：利用予定の確定状態を確認します。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51151-C6D6-4C14-8971-C1C66841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6FF73-7C14-4962-89B1-61D609B8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55992424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4FFDA-E3B5-40D2-A3F4-FFA9D218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現場配置計画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FCD67-4D5C-4AD9-931C-222CAB18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C68E4-A797-4939-AFA8-3753B952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b1ef1feb542d2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160EC-A762-469C-9216-3DE5EC2D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321CD-478D-4487-A0F3-FF20C25D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図面上で重機・資材・立入禁止区域を配置します。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39727-A233-4462-B54D-0523916C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8E147-B9D0-4A99-9112-63C8D24B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配置計画図の表示領域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重機・資材・禁止区域の説明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8CF82-6FE2-4D3D-BBB4-DA739092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644F6-A774-421C-A849-72F66996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編集：配置計画の編集確認画面を開きます。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左メニュー：他の調整会議機能へ移動します。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25CEE-9136-493A-8B1C-C1093EA8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89F25-DEC4-409C-8B14-0B7555FE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12796547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82E18-39E1-4EE8-AC5D-C859780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巡回記録／各種連絡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CB2E8-0D22-4DB2-B1A4-FFAB2B2D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EB6B6-BD72-475A-BB24-71925D87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ddaf658614454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FDA7F-B534-427C-8E9B-5FB87C85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DCF73-48CA-4545-A465-CBA7BD24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巡回記録と現場内連絡を一覧で確認します。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29BD8-8992-49D2-9EC3-FAB3BC3F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1C897-6080-4B35-A771-71DFE454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種別、日時、件名、登録者、状態、確認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巡回・連絡事項の一覧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68454-DC4C-466D-9516-7AA12209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CB139-B33B-489E-BAC3-61C782F4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検索：日付・種別・キーワードで絞り込みます。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確認：記録や連絡の詳細を開く想定です。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2F79D-E7BA-4EF5-8F7A-C911E5DA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BC126-2A15-447B-8E21-FDA81303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9449623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20551-E281-4CA5-8936-D047C601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帳票印刷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2D3B3-8FDC-4E57-977C-8B127B7B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D7572-4ACA-4348-BF13-12243339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e05eb0b774d88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CDAEA-CB97-4E54-91E6-ED3E595C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B3678-F9FB-4E56-812D-E412FD4C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調整会議で利用する帳票を選択して出力します。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51DA5-94E4-4E8E-AE26-446F7C0B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F4F9D-C4EA-4CD1-998E-15A7FC3B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帳票名、対象日、更新日時、作成者、出力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出力可能な帳票一覧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81353-11E7-4C09-8A46-0704FC44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56CE5-A272-4F87-A312-147AE3D9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検索：帳票名や対象日で絞り込みます。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出力：選択帳票の作成・ダウンロードを行う想定です。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AB337-8F8E-4512-8C0A-15D20FD2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58AA8-0D79-4EB3-8192-F1FDC774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40028084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68C5F-81FC-4DE4-BB95-0EBCAE59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共通メニュー（調整会議）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CA703-4EE4-429B-B356-7585FCC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5D066-616E-4D3D-AF14-F0391CE4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1bc466a50492c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2E11D-D9AE-4A55-A2F3-D99130BB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639FF-B00D-424F-8E22-50FC1E93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調整会議から共通機能へ移動します。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687C3-9182-4506-BC2E-01EBDC4D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4A913-E9F1-4A6A-937B-3B411D3C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現場掲示板カード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共通機能の説明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B3362-0E88-407B-BB72-304A3A8A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A18B7-BBEF-4F1A-8BD8-938D5DAB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現場掲示板カード：掲示板ページを開きます。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左メニュー：調整会議の各ページへ移動します。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44253-025D-462C-8B36-846EDFB3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341F8-35B4-4070-8CCC-A23642D7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5398670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2877B-E057-44BE-9AE0-31F4FC83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現場掲示板（調整会議）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A77DD-9A2E-47F4-933E-3C7CA7FC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4D1DB-DFB2-4AC5-B52E-06085CF0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da405d64c40a3"/>
          <a:stretch xmlns:a="http://schemas.openxmlformats.org/drawingml/2006/main"/>
        </p:blipFill>
        <p:spPr>
          <a:xfrm xmlns:a="http://schemas.openxmlformats.org/drawingml/2006/main">
            <a:off x="1302363" y="1200150"/>
            <a:ext cx="5434375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DC997-F35E-4346-8861-9A7332A7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BD44C-1A90-47F8-B181-DDAC0613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調整会議画面から現場のお知らせを確認します。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A2FDD-A722-4619-BD14-48B5FBA2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B908A-D806-4ABC-B6A3-25143C42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掲載期間、タイトル、投稿者、添付、操作</a:t>
            </a:r>
          </a:p>
          <a:p xmlns:a="http://schemas.openxmlformats.org/drawingml/2006/main">
            <a:pPr algn="l"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掲示中のお知らせ一覧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4C640-6F88-4D8B-A5C5-3A1B75C1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D5A80-3AF0-4C19-8D23-B83EF50D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新規投稿：投稿作成画面を開きます。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確認：掲示内容を開きます。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53666-ED55-44E9-973C-E928E56C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CFCB8-2772-49D3-BE1A-3ACF324B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42687809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0A3FB-0028-4FB9-806F-0CC89A9C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次の設計レビューで決めること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87B13-187F-4AB8-ADC3-8EE2807C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各ページを見ながら、以下の観点をPowerPointへ直接追記してください。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AE7FF-CBDE-49C6-AD3A-BF7EFC06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残す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126F8-188E-4AA2-B36B-4FAD3887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526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現在の業務で必須の項目・ボタン・遷移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4415E-1F59-42CF-AF73-7F6DCF2A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317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267DB-FDB5-46C1-93C5-FD05847D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削る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EC972-2DAD-417D-857E-494D1CA2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051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使わない項目、重複した機能、説明不足の導線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82CA3-02A4-491F-9DB4-BED19737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9567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FF0D9-8296-4FAA-BA45-2F42C553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追加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A2463-040F-4E16-998D-67CD2A0C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576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新しい業務項目、権限、検索条件、出力形式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8AD90-265A-4683-A98A-27854E04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B0664-4576-44BF-9C12-3E4B36F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変更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FFF6A-0643-4FF6-B484-AEB85322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項目名、並び順、初期表示、操作後の結果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C25A4-BA42-448F-A8B2-E75408B9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B774B-6EB1-46AC-8125-1E136916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レビュー結果を反映した次版では、画面ごとの要件定義書・実装優先度へ展開できます。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30577-1279-48AA-8A74-5DCE72F6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レビュー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C429D-2984-49CB-8B06-C994EC3F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160671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2026-08-19T09:22:25.0490000Z</dcterms:created>
  <dcterms:modified xsi:type="dcterms:W3CDTF">2026-08-19T09:22:25.0490000Z</dcterms:modified>
</coreProperties>
</file>